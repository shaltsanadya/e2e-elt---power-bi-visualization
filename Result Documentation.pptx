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
  </p:notesMasterIdLst>
  <p:sldIdLst>
    <p:sldId id="9136" r:id="rId2"/>
    <p:sldId id="9138" r:id="rId3"/>
    <p:sldId id="9137"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108" d="100"/>
          <a:sy n="108" d="100"/>
        </p:scale>
        <p:origin x="65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ampungan Hea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Tampungan Tanggal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3AA863-B04B-4382-9DCF-C49C5216C70E}" type="datetimeFigureOut">
              <a:rPr lang="en-US" smtClean="0"/>
              <a:t>1/5/2026</a:t>
            </a:fld>
            <a:endParaRPr lang="en-US"/>
          </a:p>
        </p:txBody>
      </p:sp>
      <p:sp>
        <p:nvSpPr>
          <p:cNvPr id="4" name="Tampungan Gambar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Tampungan Catatan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d-ID"/>
              <a:t>Klik untuk edit gaya teks Master</a:t>
            </a:r>
          </a:p>
          <a:p>
            <a:pPr lvl="1"/>
            <a:r>
              <a:rPr lang="id-ID"/>
              <a:t>Tingkat kedua</a:t>
            </a:r>
          </a:p>
          <a:p>
            <a:pPr lvl="2"/>
            <a:r>
              <a:rPr lang="id-ID"/>
              <a:t>Tingkat ketiga</a:t>
            </a:r>
          </a:p>
          <a:p>
            <a:pPr lvl="3"/>
            <a:r>
              <a:rPr lang="id-ID"/>
              <a:t>Tingkat keempat</a:t>
            </a:r>
          </a:p>
          <a:p>
            <a:pPr lvl="4"/>
            <a:r>
              <a:rPr lang="id-ID"/>
              <a:t>Tingkat kelima</a:t>
            </a:r>
            <a:endParaRPr lang="en-US"/>
          </a:p>
        </p:txBody>
      </p:sp>
      <p:sp>
        <p:nvSpPr>
          <p:cNvPr id="6" name="Tampungan Kaki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Tampungan Nomor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2715E6F-0420-4E7A-8FBF-5AD1414728BC}" type="slidenum">
              <a:rPr lang="en-US" smtClean="0"/>
              <a:t>‹#›</a:t>
            </a:fld>
            <a:endParaRPr lang="en-US"/>
          </a:p>
        </p:txBody>
      </p:sp>
    </p:spTree>
    <p:extLst>
      <p:ext uri="{BB962C8B-B14F-4D97-AF65-F5344CB8AC3E}">
        <p14:creationId xmlns:p14="http://schemas.microsoft.com/office/powerpoint/2010/main" val="15317016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2f61bba4416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257" name="Google Shape;257;g2f61bba4416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24079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9"/>
        <p:cNvGrpSpPr/>
        <p:nvPr/>
      </p:nvGrpSpPr>
      <p:grpSpPr>
        <a:xfrm>
          <a:off x="0" y="0"/>
          <a:ext cx="0" cy="0"/>
          <a:chOff x="0" y="0"/>
          <a:chExt cx="0" cy="0"/>
        </a:xfrm>
      </p:grpSpPr>
      <p:sp>
        <p:nvSpPr>
          <p:cNvPr id="60" name="Google Shape;60;p15"/>
          <p:cNvSpPr txBox="1">
            <a:spLocks noGrp="1"/>
          </p:cNvSpPr>
          <p:nvPr>
            <p:ph type="dt" idx="10"/>
          </p:nvPr>
        </p:nvSpPr>
        <p:spPr>
          <a:xfrm>
            <a:off x="304800" y="4237568"/>
            <a:ext cx="1422400" cy="243417"/>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1" name="Google Shape;61;p15"/>
          <p:cNvSpPr txBox="1">
            <a:spLocks noGrp="1"/>
          </p:cNvSpPr>
          <p:nvPr>
            <p:ph type="ftr" idx="11"/>
          </p:nvPr>
        </p:nvSpPr>
        <p:spPr>
          <a:xfrm>
            <a:off x="2082800" y="4237568"/>
            <a:ext cx="1930400" cy="243417"/>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2" name="Google Shape;62;p15"/>
          <p:cNvSpPr txBox="1">
            <a:spLocks noGrp="1"/>
          </p:cNvSpPr>
          <p:nvPr>
            <p:ph type="sldNum" idx="12"/>
          </p:nvPr>
        </p:nvSpPr>
        <p:spPr>
          <a:xfrm>
            <a:off x="4368800" y="4237568"/>
            <a:ext cx="1422400" cy="243417"/>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9963368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63"/>
        <p:cNvGrpSpPr/>
        <p:nvPr/>
      </p:nvGrpSpPr>
      <p:grpSpPr>
        <a:xfrm>
          <a:off x="0" y="0"/>
          <a:ext cx="0" cy="0"/>
          <a:chOff x="0" y="0"/>
          <a:chExt cx="0" cy="0"/>
        </a:xfrm>
      </p:grpSpPr>
      <p:sp>
        <p:nvSpPr>
          <p:cNvPr id="64" name="Google Shape;64;p16"/>
          <p:cNvSpPr txBox="1">
            <a:spLocks noGrp="1"/>
          </p:cNvSpPr>
          <p:nvPr>
            <p:ph type="ctrTitle"/>
          </p:nvPr>
        </p:nvSpPr>
        <p:spPr>
          <a:xfrm>
            <a:off x="457200" y="1420285"/>
            <a:ext cx="5181600" cy="980017"/>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65" name="Google Shape;65;p16"/>
          <p:cNvSpPr txBox="1">
            <a:spLocks noGrp="1"/>
          </p:cNvSpPr>
          <p:nvPr>
            <p:ph type="subTitle" idx="1"/>
          </p:nvPr>
        </p:nvSpPr>
        <p:spPr>
          <a:xfrm>
            <a:off x="914400" y="2590800"/>
            <a:ext cx="4267200" cy="1168400"/>
          </a:xfrm>
          <a:prstGeom prst="rect">
            <a:avLst/>
          </a:prstGeom>
          <a:noFill/>
          <a:ln>
            <a:noFill/>
          </a:ln>
        </p:spPr>
        <p:txBody>
          <a:bodyPr spcFirstLastPara="1" wrap="square" lIns="45725" tIns="22850" rIns="45725" bIns="22850" anchor="t" anchorCtr="0">
            <a:normAutofit/>
          </a:bodyPr>
          <a:lstStyle>
            <a:lvl1pPr lvl="0" algn="ctr">
              <a:spcBef>
                <a:spcPts val="400"/>
              </a:spcBef>
              <a:spcAft>
                <a:spcPts val="0"/>
              </a:spcAft>
              <a:buClr>
                <a:srgbClr val="888888"/>
              </a:buClr>
              <a:buSzPts val="1600"/>
              <a:buNone/>
              <a:defRPr>
                <a:solidFill>
                  <a:srgbClr val="888888"/>
                </a:solidFill>
              </a:defRPr>
            </a:lvl1pPr>
            <a:lvl2pPr lvl="1" algn="ctr">
              <a:spcBef>
                <a:spcPts val="400"/>
              </a:spcBef>
              <a:spcAft>
                <a:spcPts val="0"/>
              </a:spcAft>
              <a:buClr>
                <a:srgbClr val="888888"/>
              </a:buClr>
              <a:buSzPts val="1400"/>
              <a:buNone/>
              <a:defRPr>
                <a:solidFill>
                  <a:srgbClr val="888888"/>
                </a:solidFill>
              </a:defRPr>
            </a:lvl2pPr>
            <a:lvl3pPr lvl="2" algn="ctr">
              <a:spcBef>
                <a:spcPts val="267"/>
              </a:spcBef>
              <a:spcAft>
                <a:spcPts val="0"/>
              </a:spcAft>
              <a:buClr>
                <a:srgbClr val="888888"/>
              </a:buClr>
              <a:buSzPts val="1200"/>
              <a:buNone/>
              <a:defRPr>
                <a:solidFill>
                  <a:srgbClr val="888888"/>
                </a:solidFill>
              </a:defRPr>
            </a:lvl3pPr>
            <a:lvl4pPr lvl="3" algn="ctr">
              <a:spcBef>
                <a:spcPts val="267"/>
              </a:spcBef>
              <a:spcAft>
                <a:spcPts val="0"/>
              </a:spcAft>
              <a:buClr>
                <a:srgbClr val="888888"/>
              </a:buClr>
              <a:buSzPts val="1000"/>
              <a:buNone/>
              <a:defRPr>
                <a:solidFill>
                  <a:srgbClr val="888888"/>
                </a:solidFill>
              </a:defRPr>
            </a:lvl4pPr>
            <a:lvl5pPr lvl="4" algn="ctr">
              <a:spcBef>
                <a:spcPts val="267"/>
              </a:spcBef>
              <a:spcAft>
                <a:spcPts val="0"/>
              </a:spcAft>
              <a:buClr>
                <a:srgbClr val="888888"/>
              </a:buClr>
              <a:buSzPts val="1000"/>
              <a:buNone/>
              <a:defRPr>
                <a:solidFill>
                  <a:srgbClr val="888888"/>
                </a:solidFill>
              </a:defRPr>
            </a:lvl5pPr>
            <a:lvl6pPr lvl="5" algn="ctr">
              <a:spcBef>
                <a:spcPts val="267"/>
              </a:spcBef>
              <a:spcAft>
                <a:spcPts val="0"/>
              </a:spcAft>
              <a:buClr>
                <a:srgbClr val="888888"/>
              </a:buClr>
              <a:buSzPts val="1000"/>
              <a:buNone/>
              <a:defRPr>
                <a:solidFill>
                  <a:srgbClr val="888888"/>
                </a:solidFill>
              </a:defRPr>
            </a:lvl6pPr>
            <a:lvl7pPr lvl="6" algn="ctr">
              <a:spcBef>
                <a:spcPts val="267"/>
              </a:spcBef>
              <a:spcAft>
                <a:spcPts val="0"/>
              </a:spcAft>
              <a:buClr>
                <a:srgbClr val="888888"/>
              </a:buClr>
              <a:buSzPts val="1000"/>
              <a:buNone/>
              <a:defRPr>
                <a:solidFill>
                  <a:srgbClr val="888888"/>
                </a:solidFill>
              </a:defRPr>
            </a:lvl7pPr>
            <a:lvl8pPr lvl="7" algn="ctr">
              <a:spcBef>
                <a:spcPts val="267"/>
              </a:spcBef>
              <a:spcAft>
                <a:spcPts val="0"/>
              </a:spcAft>
              <a:buClr>
                <a:srgbClr val="888888"/>
              </a:buClr>
              <a:buSzPts val="1000"/>
              <a:buNone/>
              <a:defRPr>
                <a:solidFill>
                  <a:srgbClr val="888888"/>
                </a:solidFill>
              </a:defRPr>
            </a:lvl8pPr>
            <a:lvl9pPr lvl="8" algn="ctr">
              <a:spcBef>
                <a:spcPts val="267"/>
              </a:spcBef>
              <a:spcAft>
                <a:spcPts val="0"/>
              </a:spcAft>
              <a:buClr>
                <a:srgbClr val="888888"/>
              </a:buClr>
              <a:buSzPts val="1000"/>
              <a:buNone/>
              <a:defRPr>
                <a:solidFill>
                  <a:srgbClr val="888888"/>
                </a:solidFill>
              </a:defRPr>
            </a:lvl9pPr>
          </a:lstStyle>
          <a:p>
            <a:endParaRPr/>
          </a:p>
        </p:txBody>
      </p:sp>
      <p:sp>
        <p:nvSpPr>
          <p:cNvPr id="66" name="Google Shape;66;p16"/>
          <p:cNvSpPr txBox="1">
            <a:spLocks noGrp="1"/>
          </p:cNvSpPr>
          <p:nvPr>
            <p:ph type="dt" idx="10"/>
          </p:nvPr>
        </p:nvSpPr>
        <p:spPr>
          <a:xfrm>
            <a:off x="304800" y="4237568"/>
            <a:ext cx="1422400" cy="243417"/>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7" name="Google Shape;67;p16"/>
          <p:cNvSpPr txBox="1">
            <a:spLocks noGrp="1"/>
          </p:cNvSpPr>
          <p:nvPr>
            <p:ph type="ftr" idx="11"/>
          </p:nvPr>
        </p:nvSpPr>
        <p:spPr>
          <a:xfrm>
            <a:off x="2082800" y="4237568"/>
            <a:ext cx="1930400" cy="243417"/>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68" name="Google Shape;68;p16"/>
          <p:cNvSpPr txBox="1">
            <a:spLocks noGrp="1"/>
          </p:cNvSpPr>
          <p:nvPr>
            <p:ph type="sldNum" idx="12"/>
          </p:nvPr>
        </p:nvSpPr>
        <p:spPr>
          <a:xfrm>
            <a:off x="4368800" y="4237568"/>
            <a:ext cx="1422400" cy="243417"/>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065104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304800" y="183092"/>
            <a:ext cx="5486400" cy="762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1" name="Google Shape;71;p17"/>
          <p:cNvSpPr txBox="1">
            <a:spLocks noGrp="1"/>
          </p:cNvSpPr>
          <p:nvPr>
            <p:ph type="body" idx="1"/>
          </p:nvPr>
        </p:nvSpPr>
        <p:spPr>
          <a:xfrm>
            <a:off x="304800" y="1066800"/>
            <a:ext cx="5486400" cy="3017309"/>
          </a:xfrm>
          <a:prstGeom prst="rect">
            <a:avLst/>
          </a:prstGeom>
          <a:noFill/>
          <a:ln>
            <a:noFill/>
          </a:ln>
        </p:spPr>
        <p:txBody>
          <a:bodyPr spcFirstLastPara="1" wrap="square" lIns="45725" tIns="22850" rIns="45725" bIns="22850" anchor="t" anchorCtr="0">
            <a:normAutofit/>
          </a:bodyPr>
          <a:lstStyle>
            <a:lvl1pPr marL="609585" lvl="0" indent="-380990" algn="l">
              <a:spcBef>
                <a:spcPts val="267"/>
              </a:spcBef>
              <a:spcAft>
                <a:spcPts val="0"/>
              </a:spcAft>
              <a:buClr>
                <a:schemeClr val="dk1"/>
              </a:buClr>
              <a:buSzPts val="900"/>
              <a:buChar char="•"/>
              <a:defRPr/>
            </a:lvl1pPr>
            <a:lvl2pPr marL="1219170" lvl="1" indent="-380990" algn="l">
              <a:spcBef>
                <a:spcPts val="267"/>
              </a:spcBef>
              <a:spcAft>
                <a:spcPts val="0"/>
              </a:spcAft>
              <a:buClr>
                <a:schemeClr val="dk1"/>
              </a:buClr>
              <a:buSzPts val="900"/>
              <a:buChar char="–"/>
              <a:defRPr/>
            </a:lvl2pPr>
            <a:lvl3pPr marL="1828754" lvl="2" indent="-380990" algn="l">
              <a:spcBef>
                <a:spcPts val="267"/>
              </a:spcBef>
              <a:spcAft>
                <a:spcPts val="0"/>
              </a:spcAft>
              <a:buClr>
                <a:schemeClr val="dk1"/>
              </a:buClr>
              <a:buSzPts val="900"/>
              <a:buChar char="•"/>
              <a:defRPr/>
            </a:lvl3pPr>
            <a:lvl4pPr marL="2438339" lvl="3" indent="-380990" algn="l">
              <a:spcBef>
                <a:spcPts val="267"/>
              </a:spcBef>
              <a:spcAft>
                <a:spcPts val="0"/>
              </a:spcAft>
              <a:buClr>
                <a:schemeClr val="dk1"/>
              </a:buClr>
              <a:buSzPts val="900"/>
              <a:buChar char="–"/>
              <a:defRPr/>
            </a:lvl4pPr>
            <a:lvl5pPr marL="3047924" lvl="4" indent="-380990" algn="l">
              <a:spcBef>
                <a:spcPts val="267"/>
              </a:spcBef>
              <a:spcAft>
                <a:spcPts val="0"/>
              </a:spcAft>
              <a:buClr>
                <a:schemeClr val="dk1"/>
              </a:buClr>
              <a:buSzPts val="900"/>
              <a:buChar char="»"/>
              <a:defRPr/>
            </a:lvl5pPr>
            <a:lvl6pPr marL="3657509" lvl="5" indent="-380990" algn="l">
              <a:spcBef>
                <a:spcPts val="267"/>
              </a:spcBef>
              <a:spcAft>
                <a:spcPts val="0"/>
              </a:spcAft>
              <a:buClr>
                <a:schemeClr val="dk1"/>
              </a:buClr>
              <a:buSzPts val="900"/>
              <a:buChar char="•"/>
              <a:defRPr/>
            </a:lvl6pPr>
            <a:lvl7pPr marL="4267093" lvl="6" indent="-380990" algn="l">
              <a:spcBef>
                <a:spcPts val="267"/>
              </a:spcBef>
              <a:spcAft>
                <a:spcPts val="0"/>
              </a:spcAft>
              <a:buClr>
                <a:schemeClr val="dk1"/>
              </a:buClr>
              <a:buSzPts val="900"/>
              <a:buChar char="•"/>
              <a:defRPr/>
            </a:lvl7pPr>
            <a:lvl8pPr marL="4876678" lvl="7" indent="-380990" algn="l">
              <a:spcBef>
                <a:spcPts val="267"/>
              </a:spcBef>
              <a:spcAft>
                <a:spcPts val="0"/>
              </a:spcAft>
              <a:buClr>
                <a:schemeClr val="dk1"/>
              </a:buClr>
              <a:buSzPts val="900"/>
              <a:buChar char="•"/>
              <a:defRPr/>
            </a:lvl8pPr>
            <a:lvl9pPr marL="5486263" lvl="8" indent="-380990" algn="l">
              <a:spcBef>
                <a:spcPts val="267"/>
              </a:spcBef>
              <a:spcAft>
                <a:spcPts val="0"/>
              </a:spcAft>
              <a:buClr>
                <a:schemeClr val="dk1"/>
              </a:buClr>
              <a:buSzPts val="900"/>
              <a:buChar char="•"/>
              <a:defRPr/>
            </a:lvl9pPr>
          </a:lstStyle>
          <a:p>
            <a:endParaRPr/>
          </a:p>
        </p:txBody>
      </p:sp>
      <p:sp>
        <p:nvSpPr>
          <p:cNvPr id="72" name="Google Shape;72;p17"/>
          <p:cNvSpPr txBox="1">
            <a:spLocks noGrp="1"/>
          </p:cNvSpPr>
          <p:nvPr>
            <p:ph type="dt" idx="10"/>
          </p:nvPr>
        </p:nvSpPr>
        <p:spPr>
          <a:xfrm>
            <a:off x="304800" y="4237568"/>
            <a:ext cx="1422400" cy="243417"/>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3" name="Google Shape;73;p17"/>
          <p:cNvSpPr txBox="1">
            <a:spLocks noGrp="1"/>
          </p:cNvSpPr>
          <p:nvPr>
            <p:ph type="ftr" idx="11"/>
          </p:nvPr>
        </p:nvSpPr>
        <p:spPr>
          <a:xfrm>
            <a:off x="2082800" y="4237568"/>
            <a:ext cx="1930400" cy="243417"/>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4" name="Google Shape;74;p17"/>
          <p:cNvSpPr txBox="1">
            <a:spLocks noGrp="1"/>
          </p:cNvSpPr>
          <p:nvPr>
            <p:ph type="sldNum" idx="12"/>
          </p:nvPr>
        </p:nvSpPr>
        <p:spPr>
          <a:xfrm>
            <a:off x="4368800" y="4237568"/>
            <a:ext cx="1422400" cy="243417"/>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196383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75"/>
        <p:cNvGrpSpPr/>
        <p:nvPr/>
      </p:nvGrpSpPr>
      <p:grpSpPr>
        <a:xfrm>
          <a:off x="0" y="0"/>
          <a:ext cx="0" cy="0"/>
          <a:chOff x="0" y="0"/>
          <a:chExt cx="0" cy="0"/>
        </a:xfrm>
      </p:grpSpPr>
      <p:sp>
        <p:nvSpPr>
          <p:cNvPr id="76" name="Google Shape;76;p18"/>
          <p:cNvSpPr txBox="1">
            <a:spLocks noGrp="1"/>
          </p:cNvSpPr>
          <p:nvPr>
            <p:ph type="title"/>
          </p:nvPr>
        </p:nvSpPr>
        <p:spPr>
          <a:xfrm>
            <a:off x="481541" y="2937933"/>
            <a:ext cx="5181600" cy="908051"/>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667"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77" name="Google Shape;77;p18"/>
          <p:cNvSpPr txBox="1">
            <a:spLocks noGrp="1"/>
          </p:cNvSpPr>
          <p:nvPr>
            <p:ph type="body" idx="1"/>
          </p:nvPr>
        </p:nvSpPr>
        <p:spPr>
          <a:xfrm>
            <a:off x="481541" y="1937810"/>
            <a:ext cx="5181600" cy="1000125"/>
          </a:xfrm>
          <a:prstGeom prst="rect">
            <a:avLst/>
          </a:prstGeom>
          <a:noFill/>
          <a:ln>
            <a:noFill/>
          </a:ln>
        </p:spPr>
        <p:txBody>
          <a:bodyPr spcFirstLastPara="1" wrap="square" lIns="45725" tIns="22850" rIns="45725" bIns="22850" anchor="b" anchorCtr="0">
            <a:normAutofit/>
          </a:bodyPr>
          <a:lstStyle>
            <a:lvl1pPr marL="609585" lvl="0" indent="-304792" algn="l">
              <a:spcBef>
                <a:spcPts val="267"/>
              </a:spcBef>
              <a:spcAft>
                <a:spcPts val="0"/>
              </a:spcAft>
              <a:buClr>
                <a:srgbClr val="888888"/>
              </a:buClr>
              <a:buSzPts val="1000"/>
              <a:buNone/>
              <a:defRPr sz="1333">
                <a:solidFill>
                  <a:srgbClr val="888888"/>
                </a:solidFill>
              </a:defRPr>
            </a:lvl1pPr>
            <a:lvl2pPr marL="1219170" lvl="1" indent="-304792" algn="l">
              <a:spcBef>
                <a:spcPts val="267"/>
              </a:spcBef>
              <a:spcAft>
                <a:spcPts val="0"/>
              </a:spcAft>
              <a:buClr>
                <a:srgbClr val="888888"/>
              </a:buClr>
              <a:buSzPts val="900"/>
              <a:buNone/>
              <a:defRPr sz="1200">
                <a:solidFill>
                  <a:srgbClr val="888888"/>
                </a:solidFill>
              </a:defRPr>
            </a:lvl2pPr>
            <a:lvl3pPr marL="1828754" lvl="2" indent="-304792" algn="l">
              <a:spcBef>
                <a:spcPts val="267"/>
              </a:spcBef>
              <a:spcAft>
                <a:spcPts val="0"/>
              </a:spcAft>
              <a:buClr>
                <a:srgbClr val="888888"/>
              </a:buClr>
              <a:buSzPts val="800"/>
              <a:buNone/>
              <a:defRPr sz="1067">
                <a:solidFill>
                  <a:srgbClr val="888888"/>
                </a:solidFill>
              </a:defRPr>
            </a:lvl3pPr>
            <a:lvl4pPr marL="2438339" lvl="3" indent="-304792" algn="l">
              <a:spcBef>
                <a:spcPts val="133"/>
              </a:spcBef>
              <a:spcAft>
                <a:spcPts val="0"/>
              </a:spcAft>
              <a:buClr>
                <a:srgbClr val="888888"/>
              </a:buClr>
              <a:buSzPts val="700"/>
              <a:buNone/>
              <a:defRPr sz="933">
                <a:solidFill>
                  <a:srgbClr val="888888"/>
                </a:solidFill>
              </a:defRPr>
            </a:lvl4pPr>
            <a:lvl5pPr marL="3047924" lvl="4" indent="-304792" algn="l">
              <a:spcBef>
                <a:spcPts val="133"/>
              </a:spcBef>
              <a:spcAft>
                <a:spcPts val="0"/>
              </a:spcAft>
              <a:buClr>
                <a:srgbClr val="888888"/>
              </a:buClr>
              <a:buSzPts val="700"/>
              <a:buNone/>
              <a:defRPr sz="933">
                <a:solidFill>
                  <a:srgbClr val="888888"/>
                </a:solidFill>
              </a:defRPr>
            </a:lvl5pPr>
            <a:lvl6pPr marL="3657509" lvl="5" indent="-304792" algn="l">
              <a:spcBef>
                <a:spcPts val="133"/>
              </a:spcBef>
              <a:spcAft>
                <a:spcPts val="0"/>
              </a:spcAft>
              <a:buClr>
                <a:srgbClr val="888888"/>
              </a:buClr>
              <a:buSzPts val="700"/>
              <a:buNone/>
              <a:defRPr sz="933">
                <a:solidFill>
                  <a:srgbClr val="888888"/>
                </a:solidFill>
              </a:defRPr>
            </a:lvl6pPr>
            <a:lvl7pPr marL="4267093" lvl="6" indent="-304792" algn="l">
              <a:spcBef>
                <a:spcPts val="133"/>
              </a:spcBef>
              <a:spcAft>
                <a:spcPts val="0"/>
              </a:spcAft>
              <a:buClr>
                <a:srgbClr val="888888"/>
              </a:buClr>
              <a:buSzPts val="700"/>
              <a:buNone/>
              <a:defRPr sz="933">
                <a:solidFill>
                  <a:srgbClr val="888888"/>
                </a:solidFill>
              </a:defRPr>
            </a:lvl7pPr>
            <a:lvl8pPr marL="4876678" lvl="7" indent="-304792" algn="l">
              <a:spcBef>
                <a:spcPts val="133"/>
              </a:spcBef>
              <a:spcAft>
                <a:spcPts val="0"/>
              </a:spcAft>
              <a:buClr>
                <a:srgbClr val="888888"/>
              </a:buClr>
              <a:buSzPts val="700"/>
              <a:buNone/>
              <a:defRPr sz="933">
                <a:solidFill>
                  <a:srgbClr val="888888"/>
                </a:solidFill>
              </a:defRPr>
            </a:lvl8pPr>
            <a:lvl9pPr marL="5486263" lvl="8" indent="-304792" algn="l">
              <a:spcBef>
                <a:spcPts val="133"/>
              </a:spcBef>
              <a:spcAft>
                <a:spcPts val="0"/>
              </a:spcAft>
              <a:buClr>
                <a:srgbClr val="888888"/>
              </a:buClr>
              <a:buSzPts val="700"/>
              <a:buNone/>
              <a:defRPr sz="933">
                <a:solidFill>
                  <a:srgbClr val="888888"/>
                </a:solidFill>
              </a:defRPr>
            </a:lvl9pPr>
          </a:lstStyle>
          <a:p>
            <a:endParaRPr/>
          </a:p>
        </p:txBody>
      </p:sp>
      <p:sp>
        <p:nvSpPr>
          <p:cNvPr id="78" name="Google Shape;78;p18"/>
          <p:cNvSpPr txBox="1">
            <a:spLocks noGrp="1"/>
          </p:cNvSpPr>
          <p:nvPr>
            <p:ph type="dt" idx="10"/>
          </p:nvPr>
        </p:nvSpPr>
        <p:spPr>
          <a:xfrm>
            <a:off x="304800" y="4237568"/>
            <a:ext cx="1422400" cy="243417"/>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79" name="Google Shape;79;p18"/>
          <p:cNvSpPr txBox="1">
            <a:spLocks noGrp="1"/>
          </p:cNvSpPr>
          <p:nvPr>
            <p:ph type="ftr" idx="11"/>
          </p:nvPr>
        </p:nvSpPr>
        <p:spPr>
          <a:xfrm>
            <a:off x="2082800" y="4237568"/>
            <a:ext cx="1930400" cy="243417"/>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0" name="Google Shape;80;p18"/>
          <p:cNvSpPr txBox="1">
            <a:spLocks noGrp="1"/>
          </p:cNvSpPr>
          <p:nvPr>
            <p:ph type="sldNum" idx="12"/>
          </p:nvPr>
        </p:nvSpPr>
        <p:spPr>
          <a:xfrm>
            <a:off x="4368800" y="4237568"/>
            <a:ext cx="1422400" cy="243417"/>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072865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81"/>
        <p:cNvGrpSpPr/>
        <p:nvPr/>
      </p:nvGrpSpPr>
      <p:grpSpPr>
        <a:xfrm>
          <a:off x="0" y="0"/>
          <a:ext cx="0" cy="0"/>
          <a:chOff x="0" y="0"/>
          <a:chExt cx="0" cy="0"/>
        </a:xfrm>
      </p:grpSpPr>
      <p:sp>
        <p:nvSpPr>
          <p:cNvPr id="82" name="Google Shape;82;p19"/>
          <p:cNvSpPr txBox="1">
            <a:spLocks noGrp="1"/>
          </p:cNvSpPr>
          <p:nvPr>
            <p:ph type="title"/>
          </p:nvPr>
        </p:nvSpPr>
        <p:spPr>
          <a:xfrm>
            <a:off x="304800" y="183092"/>
            <a:ext cx="5486400" cy="762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3" name="Google Shape;83;p19"/>
          <p:cNvSpPr txBox="1">
            <a:spLocks noGrp="1"/>
          </p:cNvSpPr>
          <p:nvPr>
            <p:ph type="body" idx="1"/>
          </p:nvPr>
        </p:nvSpPr>
        <p:spPr>
          <a:xfrm>
            <a:off x="304800" y="1066800"/>
            <a:ext cx="2692400" cy="3017309"/>
          </a:xfrm>
          <a:prstGeom prst="rect">
            <a:avLst/>
          </a:prstGeom>
          <a:noFill/>
          <a:ln>
            <a:noFill/>
          </a:ln>
        </p:spPr>
        <p:txBody>
          <a:bodyPr spcFirstLastPara="1" wrap="square" lIns="45725" tIns="22850" rIns="45725" bIns="22850" anchor="t" anchorCtr="0">
            <a:normAutofit/>
          </a:bodyPr>
          <a:lstStyle>
            <a:lvl1pPr marL="609585" lvl="0" indent="-423323" algn="l">
              <a:spcBef>
                <a:spcPts val="400"/>
              </a:spcBef>
              <a:spcAft>
                <a:spcPts val="0"/>
              </a:spcAft>
              <a:buClr>
                <a:schemeClr val="dk1"/>
              </a:buClr>
              <a:buSzPts val="1400"/>
              <a:buChar char="•"/>
              <a:defRPr sz="1867"/>
            </a:lvl1pPr>
            <a:lvl2pPr marL="1219170" lvl="1" indent="-406390" algn="l">
              <a:spcBef>
                <a:spcPts val="267"/>
              </a:spcBef>
              <a:spcAft>
                <a:spcPts val="0"/>
              </a:spcAft>
              <a:buClr>
                <a:schemeClr val="dk1"/>
              </a:buClr>
              <a:buSzPts val="1200"/>
              <a:buChar char="–"/>
              <a:defRPr sz="1600"/>
            </a:lvl2pPr>
            <a:lvl3pPr marL="1828754" lvl="2" indent="-389457" algn="l">
              <a:spcBef>
                <a:spcPts val="267"/>
              </a:spcBef>
              <a:spcAft>
                <a:spcPts val="0"/>
              </a:spcAft>
              <a:buClr>
                <a:schemeClr val="dk1"/>
              </a:buClr>
              <a:buSzPts val="1000"/>
              <a:buChar char="•"/>
              <a:defRPr sz="1333"/>
            </a:lvl3pPr>
            <a:lvl4pPr marL="2438339" lvl="3" indent="-380990" algn="l">
              <a:spcBef>
                <a:spcPts val="267"/>
              </a:spcBef>
              <a:spcAft>
                <a:spcPts val="0"/>
              </a:spcAft>
              <a:buClr>
                <a:schemeClr val="dk1"/>
              </a:buClr>
              <a:buSzPts val="900"/>
              <a:buChar char="–"/>
              <a:defRPr sz="1200"/>
            </a:lvl4pPr>
            <a:lvl5pPr marL="3047924" lvl="4" indent="-380990" algn="l">
              <a:spcBef>
                <a:spcPts val="267"/>
              </a:spcBef>
              <a:spcAft>
                <a:spcPts val="0"/>
              </a:spcAft>
              <a:buClr>
                <a:schemeClr val="dk1"/>
              </a:buClr>
              <a:buSzPts val="900"/>
              <a:buChar char="»"/>
              <a:defRPr sz="1200"/>
            </a:lvl5pPr>
            <a:lvl6pPr marL="3657509" lvl="5" indent="-380990" algn="l">
              <a:spcBef>
                <a:spcPts val="267"/>
              </a:spcBef>
              <a:spcAft>
                <a:spcPts val="0"/>
              </a:spcAft>
              <a:buClr>
                <a:schemeClr val="dk1"/>
              </a:buClr>
              <a:buSzPts val="900"/>
              <a:buChar char="•"/>
              <a:defRPr sz="1200"/>
            </a:lvl6pPr>
            <a:lvl7pPr marL="4267093" lvl="6" indent="-380990" algn="l">
              <a:spcBef>
                <a:spcPts val="267"/>
              </a:spcBef>
              <a:spcAft>
                <a:spcPts val="0"/>
              </a:spcAft>
              <a:buClr>
                <a:schemeClr val="dk1"/>
              </a:buClr>
              <a:buSzPts val="900"/>
              <a:buChar char="•"/>
              <a:defRPr sz="1200"/>
            </a:lvl7pPr>
            <a:lvl8pPr marL="4876678" lvl="7" indent="-380990" algn="l">
              <a:spcBef>
                <a:spcPts val="267"/>
              </a:spcBef>
              <a:spcAft>
                <a:spcPts val="0"/>
              </a:spcAft>
              <a:buClr>
                <a:schemeClr val="dk1"/>
              </a:buClr>
              <a:buSzPts val="900"/>
              <a:buChar char="•"/>
              <a:defRPr sz="1200"/>
            </a:lvl8pPr>
            <a:lvl9pPr marL="5486263" lvl="8" indent="-380990" algn="l">
              <a:spcBef>
                <a:spcPts val="267"/>
              </a:spcBef>
              <a:spcAft>
                <a:spcPts val="0"/>
              </a:spcAft>
              <a:buClr>
                <a:schemeClr val="dk1"/>
              </a:buClr>
              <a:buSzPts val="900"/>
              <a:buChar char="•"/>
              <a:defRPr sz="1200"/>
            </a:lvl9pPr>
          </a:lstStyle>
          <a:p>
            <a:endParaRPr/>
          </a:p>
        </p:txBody>
      </p:sp>
      <p:sp>
        <p:nvSpPr>
          <p:cNvPr id="84" name="Google Shape;84;p19"/>
          <p:cNvSpPr txBox="1">
            <a:spLocks noGrp="1"/>
          </p:cNvSpPr>
          <p:nvPr>
            <p:ph type="body" idx="2"/>
          </p:nvPr>
        </p:nvSpPr>
        <p:spPr>
          <a:xfrm>
            <a:off x="3098800" y="1066800"/>
            <a:ext cx="2692400" cy="3017309"/>
          </a:xfrm>
          <a:prstGeom prst="rect">
            <a:avLst/>
          </a:prstGeom>
          <a:noFill/>
          <a:ln>
            <a:noFill/>
          </a:ln>
        </p:spPr>
        <p:txBody>
          <a:bodyPr spcFirstLastPara="1" wrap="square" lIns="45725" tIns="22850" rIns="45725" bIns="22850" anchor="t" anchorCtr="0">
            <a:normAutofit/>
          </a:bodyPr>
          <a:lstStyle>
            <a:lvl1pPr marL="609585" lvl="0" indent="-423323" algn="l">
              <a:spcBef>
                <a:spcPts val="400"/>
              </a:spcBef>
              <a:spcAft>
                <a:spcPts val="0"/>
              </a:spcAft>
              <a:buClr>
                <a:schemeClr val="dk1"/>
              </a:buClr>
              <a:buSzPts val="1400"/>
              <a:buChar char="•"/>
              <a:defRPr sz="1867"/>
            </a:lvl1pPr>
            <a:lvl2pPr marL="1219170" lvl="1" indent="-406390" algn="l">
              <a:spcBef>
                <a:spcPts val="267"/>
              </a:spcBef>
              <a:spcAft>
                <a:spcPts val="0"/>
              </a:spcAft>
              <a:buClr>
                <a:schemeClr val="dk1"/>
              </a:buClr>
              <a:buSzPts val="1200"/>
              <a:buChar char="–"/>
              <a:defRPr sz="1600"/>
            </a:lvl2pPr>
            <a:lvl3pPr marL="1828754" lvl="2" indent="-389457" algn="l">
              <a:spcBef>
                <a:spcPts val="267"/>
              </a:spcBef>
              <a:spcAft>
                <a:spcPts val="0"/>
              </a:spcAft>
              <a:buClr>
                <a:schemeClr val="dk1"/>
              </a:buClr>
              <a:buSzPts val="1000"/>
              <a:buChar char="•"/>
              <a:defRPr sz="1333"/>
            </a:lvl3pPr>
            <a:lvl4pPr marL="2438339" lvl="3" indent="-380990" algn="l">
              <a:spcBef>
                <a:spcPts val="267"/>
              </a:spcBef>
              <a:spcAft>
                <a:spcPts val="0"/>
              </a:spcAft>
              <a:buClr>
                <a:schemeClr val="dk1"/>
              </a:buClr>
              <a:buSzPts val="900"/>
              <a:buChar char="–"/>
              <a:defRPr sz="1200"/>
            </a:lvl4pPr>
            <a:lvl5pPr marL="3047924" lvl="4" indent="-380990" algn="l">
              <a:spcBef>
                <a:spcPts val="267"/>
              </a:spcBef>
              <a:spcAft>
                <a:spcPts val="0"/>
              </a:spcAft>
              <a:buClr>
                <a:schemeClr val="dk1"/>
              </a:buClr>
              <a:buSzPts val="900"/>
              <a:buChar char="»"/>
              <a:defRPr sz="1200"/>
            </a:lvl5pPr>
            <a:lvl6pPr marL="3657509" lvl="5" indent="-380990" algn="l">
              <a:spcBef>
                <a:spcPts val="267"/>
              </a:spcBef>
              <a:spcAft>
                <a:spcPts val="0"/>
              </a:spcAft>
              <a:buClr>
                <a:schemeClr val="dk1"/>
              </a:buClr>
              <a:buSzPts val="900"/>
              <a:buChar char="•"/>
              <a:defRPr sz="1200"/>
            </a:lvl6pPr>
            <a:lvl7pPr marL="4267093" lvl="6" indent="-380990" algn="l">
              <a:spcBef>
                <a:spcPts val="267"/>
              </a:spcBef>
              <a:spcAft>
                <a:spcPts val="0"/>
              </a:spcAft>
              <a:buClr>
                <a:schemeClr val="dk1"/>
              </a:buClr>
              <a:buSzPts val="900"/>
              <a:buChar char="•"/>
              <a:defRPr sz="1200"/>
            </a:lvl7pPr>
            <a:lvl8pPr marL="4876678" lvl="7" indent="-380990" algn="l">
              <a:spcBef>
                <a:spcPts val="267"/>
              </a:spcBef>
              <a:spcAft>
                <a:spcPts val="0"/>
              </a:spcAft>
              <a:buClr>
                <a:schemeClr val="dk1"/>
              </a:buClr>
              <a:buSzPts val="900"/>
              <a:buChar char="•"/>
              <a:defRPr sz="1200"/>
            </a:lvl8pPr>
            <a:lvl9pPr marL="5486263" lvl="8" indent="-380990" algn="l">
              <a:spcBef>
                <a:spcPts val="267"/>
              </a:spcBef>
              <a:spcAft>
                <a:spcPts val="0"/>
              </a:spcAft>
              <a:buClr>
                <a:schemeClr val="dk1"/>
              </a:buClr>
              <a:buSzPts val="900"/>
              <a:buChar char="•"/>
              <a:defRPr sz="1200"/>
            </a:lvl9pPr>
          </a:lstStyle>
          <a:p>
            <a:endParaRPr/>
          </a:p>
        </p:txBody>
      </p:sp>
      <p:sp>
        <p:nvSpPr>
          <p:cNvPr id="85" name="Google Shape;85;p19"/>
          <p:cNvSpPr txBox="1">
            <a:spLocks noGrp="1"/>
          </p:cNvSpPr>
          <p:nvPr>
            <p:ph type="dt" idx="10"/>
          </p:nvPr>
        </p:nvSpPr>
        <p:spPr>
          <a:xfrm>
            <a:off x="304800" y="4237568"/>
            <a:ext cx="1422400" cy="243417"/>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6" name="Google Shape;86;p19"/>
          <p:cNvSpPr txBox="1">
            <a:spLocks noGrp="1"/>
          </p:cNvSpPr>
          <p:nvPr>
            <p:ph type="ftr" idx="11"/>
          </p:nvPr>
        </p:nvSpPr>
        <p:spPr>
          <a:xfrm>
            <a:off x="2082800" y="4237568"/>
            <a:ext cx="1930400" cy="243417"/>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7" name="Google Shape;87;p19"/>
          <p:cNvSpPr txBox="1">
            <a:spLocks noGrp="1"/>
          </p:cNvSpPr>
          <p:nvPr>
            <p:ph type="sldNum" idx="12"/>
          </p:nvPr>
        </p:nvSpPr>
        <p:spPr>
          <a:xfrm>
            <a:off x="4368800" y="4237568"/>
            <a:ext cx="1422400" cy="243417"/>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706222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88"/>
        <p:cNvGrpSpPr/>
        <p:nvPr/>
      </p:nvGrpSpPr>
      <p:grpSpPr>
        <a:xfrm>
          <a:off x="0" y="0"/>
          <a:ext cx="0" cy="0"/>
          <a:chOff x="0" y="0"/>
          <a:chExt cx="0" cy="0"/>
        </a:xfrm>
      </p:grpSpPr>
      <p:sp>
        <p:nvSpPr>
          <p:cNvPr id="89" name="Google Shape;89;p20"/>
          <p:cNvSpPr txBox="1">
            <a:spLocks noGrp="1"/>
          </p:cNvSpPr>
          <p:nvPr>
            <p:ph type="title"/>
          </p:nvPr>
        </p:nvSpPr>
        <p:spPr>
          <a:xfrm>
            <a:off x="304800" y="183092"/>
            <a:ext cx="5486400" cy="762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90" name="Google Shape;90;p20"/>
          <p:cNvSpPr txBox="1">
            <a:spLocks noGrp="1"/>
          </p:cNvSpPr>
          <p:nvPr>
            <p:ph type="body" idx="1"/>
          </p:nvPr>
        </p:nvSpPr>
        <p:spPr>
          <a:xfrm>
            <a:off x="304800" y="1023409"/>
            <a:ext cx="2693459" cy="426508"/>
          </a:xfrm>
          <a:prstGeom prst="rect">
            <a:avLst/>
          </a:prstGeom>
          <a:noFill/>
          <a:ln>
            <a:noFill/>
          </a:ln>
        </p:spPr>
        <p:txBody>
          <a:bodyPr spcFirstLastPara="1" wrap="square" lIns="45725" tIns="22850" rIns="45725" bIns="22850" anchor="b" anchorCtr="0">
            <a:normAutofit/>
          </a:bodyPr>
          <a:lstStyle>
            <a:lvl1pPr marL="609585" lvl="0" indent="-304792" algn="l">
              <a:spcBef>
                <a:spcPts val="267"/>
              </a:spcBef>
              <a:spcAft>
                <a:spcPts val="0"/>
              </a:spcAft>
              <a:buClr>
                <a:schemeClr val="dk1"/>
              </a:buClr>
              <a:buSzPts val="1200"/>
              <a:buNone/>
              <a:defRPr sz="1600" b="1"/>
            </a:lvl1pPr>
            <a:lvl2pPr marL="1219170" lvl="1" indent="-304792" algn="l">
              <a:spcBef>
                <a:spcPts val="267"/>
              </a:spcBef>
              <a:spcAft>
                <a:spcPts val="0"/>
              </a:spcAft>
              <a:buClr>
                <a:schemeClr val="dk1"/>
              </a:buClr>
              <a:buSzPts val="1000"/>
              <a:buNone/>
              <a:defRPr sz="1333" b="1"/>
            </a:lvl2pPr>
            <a:lvl3pPr marL="1828754" lvl="2" indent="-304792" algn="l">
              <a:spcBef>
                <a:spcPts val="267"/>
              </a:spcBef>
              <a:spcAft>
                <a:spcPts val="0"/>
              </a:spcAft>
              <a:buClr>
                <a:schemeClr val="dk1"/>
              </a:buClr>
              <a:buSzPts val="900"/>
              <a:buNone/>
              <a:defRPr sz="1200" b="1"/>
            </a:lvl3pPr>
            <a:lvl4pPr marL="2438339" lvl="3" indent="-304792" algn="l">
              <a:spcBef>
                <a:spcPts val="267"/>
              </a:spcBef>
              <a:spcAft>
                <a:spcPts val="0"/>
              </a:spcAft>
              <a:buClr>
                <a:schemeClr val="dk1"/>
              </a:buClr>
              <a:buSzPts val="800"/>
              <a:buNone/>
              <a:defRPr sz="1067" b="1"/>
            </a:lvl4pPr>
            <a:lvl5pPr marL="3047924" lvl="4" indent="-304792" algn="l">
              <a:spcBef>
                <a:spcPts val="267"/>
              </a:spcBef>
              <a:spcAft>
                <a:spcPts val="0"/>
              </a:spcAft>
              <a:buClr>
                <a:schemeClr val="dk1"/>
              </a:buClr>
              <a:buSzPts val="800"/>
              <a:buNone/>
              <a:defRPr sz="1067" b="1"/>
            </a:lvl5pPr>
            <a:lvl6pPr marL="3657509" lvl="5" indent="-304792" algn="l">
              <a:spcBef>
                <a:spcPts val="267"/>
              </a:spcBef>
              <a:spcAft>
                <a:spcPts val="0"/>
              </a:spcAft>
              <a:buClr>
                <a:schemeClr val="dk1"/>
              </a:buClr>
              <a:buSzPts val="800"/>
              <a:buNone/>
              <a:defRPr sz="1067" b="1"/>
            </a:lvl6pPr>
            <a:lvl7pPr marL="4267093" lvl="6" indent="-304792" algn="l">
              <a:spcBef>
                <a:spcPts val="267"/>
              </a:spcBef>
              <a:spcAft>
                <a:spcPts val="0"/>
              </a:spcAft>
              <a:buClr>
                <a:schemeClr val="dk1"/>
              </a:buClr>
              <a:buSzPts val="800"/>
              <a:buNone/>
              <a:defRPr sz="1067" b="1"/>
            </a:lvl7pPr>
            <a:lvl8pPr marL="4876678" lvl="7" indent="-304792" algn="l">
              <a:spcBef>
                <a:spcPts val="267"/>
              </a:spcBef>
              <a:spcAft>
                <a:spcPts val="0"/>
              </a:spcAft>
              <a:buClr>
                <a:schemeClr val="dk1"/>
              </a:buClr>
              <a:buSzPts val="800"/>
              <a:buNone/>
              <a:defRPr sz="1067" b="1"/>
            </a:lvl8pPr>
            <a:lvl9pPr marL="5486263" lvl="8" indent="-304792" algn="l">
              <a:spcBef>
                <a:spcPts val="267"/>
              </a:spcBef>
              <a:spcAft>
                <a:spcPts val="0"/>
              </a:spcAft>
              <a:buClr>
                <a:schemeClr val="dk1"/>
              </a:buClr>
              <a:buSzPts val="800"/>
              <a:buNone/>
              <a:defRPr sz="1067" b="1"/>
            </a:lvl9pPr>
          </a:lstStyle>
          <a:p>
            <a:endParaRPr/>
          </a:p>
        </p:txBody>
      </p:sp>
      <p:sp>
        <p:nvSpPr>
          <p:cNvPr id="91" name="Google Shape;91;p20"/>
          <p:cNvSpPr txBox="1">
            <a:spLocks noGrp="1"/>
          </p:cNvSpPr>
          <p:nvPr>
            <p:ph type="body" idx="2"/>
          </p:nvPr>
        </p:nvSpPr>
        <p:spPr>
          <a:xfrm>
            <a:off x="304800" y="1449917"/>
            <a:ext cx="2693459" cy="2634192"/>
          </a:xfrm>
          <a:prstGeom prst="rect">
            <a:avLst/>
          </a:prstGeom>
          <a:noFill/>
          <a:ln>
            <a:noFill/>
          </a:ln>
        </p:spPr>
        <p:txBody>
          <a:bodyPr spcFirstLastPara="1" wrap="square" lIns="45725" tIns="22850" rIns="45725" bIns="22850" anchor="t" anchorCtr="0">
            <a:normAutofit/>
          </a:bodyPr>
          <a:lstStyle>
            <a:lvl1pPr marL="609585" lvl="0" indent="-406390" algn="l">
              <a:spcBef>
                <a:spcPts val="267"/>
              </a:spcBef>
              <a:spcAft>
                <a:spcPts val="0"/>
              </a:spcAft>
              <a:buClr>
                <a:schemeClr val="dk1"/>
              </a:buClr>
              <a:buSzPts val="1200"/>
              <a:buChar char="•"/>
              <a:defRPr sz="1600"/>
            </a:lvl1pPr>
            <a:lvl2pPr marL="1219170" lvl="1" indent="-389457" algn="l">
              <a:spcBef>
                <a:spcPts val="267"/>
              </a:spcBef>
              <a:spcAft>
                <a:spcPts val="0"/>
              </a:spcAft>
              <a:buClr>
                <a:schemeClr val="dk1"/>
              </a:buClr>
              <a:buSzPts val="1000"/>
              <a:buChar char="–"/>
              <a:defRPr sz="1333"/>
            </a:lvl2pPr>
            <a:lvl3pPr marL="1828754" lvl="2" indent="-380990" algn="l">
              <a:spcBef>
                <a:spcPts val="267"/>
              </a:spcBef>
              <a:spcAft>
                <a:spcPts val="0"/>
              </a:spcAft>
              <a:buClr>
                <a:schemeClr val="dk1"/>
              </a:buClr>
              <a:buSzPts val="900"/>
              <a:buChar char="•"/>
              <a:defRPr sz="1200"/>
            </a:lvl3pPr>
            <a:lvl4pPr marL="2438339" lvl="3" indent="-372524" algn="l">
              <a:spcBef>
                <a:spcPts val="267"/>
              </a:spcBef>
              <a:spcAft>
                <a:spcPts val="0"/>
              </a:spcAft>
              <a:buClr>
                <a:schemeClr val="dk1"/>
              </a:buClr>
              <a:buSzPts val="800"/>
              <a:buChar char="–"/>
              <a:defRPr sz="1067"/>
            </a:lvl4pPr>
            <a:lvl5pPr marL="3047924" lvl="4" indent="-372524" algn="l">
              <a:spcBef>
                <a:spcPts val="267"/>
              </a:spcBef>
              <a:spcAft>
                <a:spcPts val="0"/>
              </a:spcAft>
              <a:buClr>
                <a:schemeClr val="dk1"/>
              </a:buClr>
              <a:buSzPts val="800"/>
              <a:buChar char="»"/>
              <a:defRPr sz="1067"/>
            </a:lvl5pPr>
            <a:lvl6pPr marL="3657509" lvl="5" indent="-372524" algn="l">
              <a:spcBef>
                <a:spcPts val="267"/>
              </a:spcBef>
              <a:spcAft>
                <a:spcPts val="0"/>
              </a:spcAft>
              <a:buClr>
                <a:schemeClr val="dk1"/>
              </a:buClr>
              <a:buSzPts val="800"/>
              <a:buChar char="•"/>
              <a:defRPr sz="1067"/>
            </a:lvl6pPr>
            <a:lvl7pPr marL="4267093" lvl="6" indent="-372524" algn="l">
              <a:spcBef>
                <a:spcPts val="267"/>
              </a:spcBef>
              <a:spcAft>
                <a:spcPts val="0"/>
              </a:spcAft>
              <a:buClr>
                <a:schemeClr val="dk1"/>
              </a:buClr>
              <a:buSzPts val="800"/>
              <a:buChar char="•"/>
              <a:defRPr sz="1067"/>
            </a:lvl7pPr>
            <a:lvl8pPr marL="4876678" lvl="7" indent="-372524" algn="l">
              <a:spcBef>
                <a:spcPts val="267"/>
              </a:spcBef>
              <a:spcAft>
                <a:spcPts val="0"/>
              </a:spcAft>
              <a:buClr>
                <a:schemeClr val="dk1"/>
              </a:buClr>
              <a:buSzPts val="800"/>
              <a:buChar char="•"/>
              <a:defRPr sz="1067"/>
            </a:lvl8pPr>
            <a:lvl9pPr marL="5486263" lvl="8" indent="-372524" algn="l">
              <a:spcBef>
                <a:spcPts val="267"/>
              </a:spcBef>
              <a:spcAft>
                <a:spcPts val="0"/>
              </a:spcAft>
              <a:buClr>
                <a:schemeClr val="dk1"/>
              </a:buClr>
              <a:buSzPts val="800"/>
              <a:buChar char="•"/>
              <a:defRPr sz="1067"/>
            </a:lvl9pPr>
          </a:lstStyle>
          <a:p>
            <a:endParaRPr/>
          </a:p>
        </p:txBody>
      </p:sp>
      <p:sp>
        <p:nvSpPr>
          <p:cNvPr id="92" name="Google Shape;92;p20"/>
          <p:cNvSpPr txBox="1">
            <a:spLocks noGrp="1"/>
          </p:cNvSpPr>
          <p:nvPr>
            <p:ph type="body" idx="3"/>
          </p:nvPr>
        </p:nvSpPr>
        <p:spPr>
          <a:xfrm>
            <a:off x="3096684" y="1023409"/>
            <a:ext cx="2694517" cy="426508"/>
          </a:xfrm>
          <a:prstGeom prst="rect">
            <a:avLst/>
          </a:prstGeom>
          <a:noFill/>
          <a:ln>
            <a:noFill/>
          </a:ln>
        </p:spPr>
        <p:txBody>
          <a:bodyPr spcFirstLastPara="1" wrap="square" lIns="45725" tIns="22850" rIns="45725" bIns="22850" anchor="b" anchorCtr="0">
            <a:normAutofit/>
          </a:bodyPr>
          <a:lstStyle>
            <a:lvl1pPr marL="609585" lvl="0" indent="-304792" algn="l">
              <a:spcBef>
                <a:spcPts val="267"/>
              </a:spcBef>
              <a:spcAft>
                <a:spcPts val="0"/>
              </a:spcAft>
              <a:buClr>
                <a:schemeClr val="dk1"/>
              </a:buClr>
              <a:buSzPts val="1200"/>
              <a:buNone/>
              <a:defRPr sz="1600" b="1"/>
            </a:lvl1pPr>
            <a:lvl2pPr marL="1219170" lvl="1" indent="-304792" algn="l">
              <a:spcBef>
                <a:spcPts val="267"/>
              </a:spcBef>
              <a:spcAft>
                <a:spcPts val="0"/>
              </a:spcAft>
              <a:buClr>
                <a:schemeClr val="dk1"/>
              </a:buClr>
              <a:buSzPts val="1000"/>
              <a:buNone/>
              <a:defRPr sz="1333" b="1"/>
            </a:lvl2pPr>
            <a:lvl3pPr marL="1828754" lvl="2" indent="-304792" algn="l">
              <a:spcBef>
                <a:spcPts val="267"/>
              </a:spcBef>
              <a:spcAft>
                <a:spcPts val="0"/>
              </a:spcAft>
              <a:buClr>
                <a:schemeClr val="dk1"/>
              </a:buClr>
              <a:buSzPts val="900"/>
              <a:buNone/>
              <a:defRPr sz="1200" b="1"/>
            </a:lvl3pPr>
            <a:lvl4pPr marL="2438339" lvl="3" indent="-304792" algn="l">
              <a:spcBef>
                <a:spcPts val="267"/>
              </a:spcBef>
              <a:spcAft>
                <a:spcPts val="0"/>
              </a:spcAft>
              <a:buClr>
                <a:schemeClr val="dk1"/>
              </a:buClr>
              <a:buSzPts val="800"/>
              <a:buNone/>
              <a:defRPr sz="1067" b="1"/>
            </a:lvl4pPr>
            <a:lvl5pPr marL="3047924" lvl="4" indent="-304792" algn="l">
              <a:spcBef>
                <a:spcPts val="267"/>
              </a:spcBef>
              <a:spcAft>
                <a:spcPts val="0"/>
              </a:spcAft>
              <a:buClr>
                <a:schemeClr val="dk1"/>
              </a:buClr>
              <a:buSzPts val="800"/>
              <a:buNone/>
              <a:defRPr sz="1067" b="1"/>
            </a:lvl5pPr>
            <a:lvl6pPr marL="3657509" lvl="5" indent="-304792" algn="l">
              <a:spcBef>
                <a:spcPts val="267"/>
              </a:spcBef>
              <a:spcAft>
                <a:spcPts val="0"/>
              </a:spcAft>
              <a:buClr>
                <a:schemeClr val="dk1"/>
              </a:buClr>
              <a:buSzPts val="800"/>
              <a:buNone/>
              <a:defRPr sz="1067" b="1"/>
            </a:lvl6pPr>
            <a:lvl7pPr marL="4267093" lvl="6" indent="-304792" algn="l">
              <a:spcBef>
                <a:spcPts val="267"/>
              </a:spcBef>
              <a:spcAft>
                <a:spcPts val="0"/>
              </a:spcAft>
              <a:buClr>
                <a:schemeClr val="dk1"/>
              </a:buClr>
              <a:buSzPts val="800"/>
              <a:buNone/>
              <a:defRPr sz="1067" b="1"/>
            </a:lvl7pPr>
            <a:lvl8pPr marL="4876678" lvl="7" indent="-304792" algn="l">
              <a:spcBef>
                <a:spcPts val="267"/>
              </a:spcBef>
              <a:spcAft>
                <a:spcPts val="0"/>
              </a:spcAft>
              <a:buClr>
                <a:schemeClr val="dk1"/>
              </a:buClr>
              <a:buSzPts val="800"/>
              <a:buNone/>
              <a:defRPr sz="1067" b="1"/>
            </a:lvl8pPr>
            <a:lvl9pPr marL="5486263" lvl="8" indent="-304792" algn="l">
              <a:spcBef>
                <a:spcPts val="267"/>
              </a:spcBef>
              <a:spcAft>
                <a:spcPts val="0"/>
              </a:spcAft>
              <a:buClr>
                <a:schemeClr val="dk1"/>
              </a:buClr>
              <a:buSzPts val="800"/>
              <a:buNone/>
              <a:defRPr sz="1067" b="1"/>
            </a:lvl9pPr>
          </a:lstStyle>
          <a:p>
            <a:endParaRPr/>
          </a:p>
        </p:txBody>
      </p:sp>
      <p:sp>
        <p:nvSpPr>
          <p:cNvPr id="93" name="Google Shape;93;p20"/>
          <p:cNvSpPr txBox="1">
            <a:spLocks noGrp="1"/>
          </p:cNvSpPr>
          <p:nvPr>
            <p:ph type="body" idx="4"/>
          </p:nvPr>
        </p:nvSpPr>
        <p:spPr>
          <a:xfrm>
            <a:off x="3096684" y="1449917"/>
            <a:ext cx="2694517" cy="2634192"/>
          </a:xfrm>
          <a:prstGeom prst="rect">
            <a:avLst/>
          </a:prstGeom>
          <a:noFill/>
          <a:ln>
            <a:noFill/>
          </a:ln>
        </p:spPr>
        <p:txBody>
          <a:bodyPr spcFirstLastPara="1" wrap="square" lIns="45725" tIns="22850" rIns="45725" bIns="22850" anchor="t" anchorCtr="0">
            <a:normAutofit/>
          </a:bodyPr>
          <a:lstStyle>
            <a:lvl1pPr marL="609585" lvl="0" indent="-406390" algn="l">
              <a:spcBef>
                <a:spcPts val="267"/>
              </a:spcBef>
              <a:spcAft>
                <a:spcPts val="0"/>
              </a:spcAft>
              <a:buClr>
                <a:schemeClr val="dk1"/>
              </a:buClr>
              <a:buSzPts val="1200"/>
              <a:buChar char="•"/>
              <a:defRPr sz="1600"/>
            </a:lvl1pPr>
            <a:lvl2pPr marL="1219170" lvl="1" indent="-389457" algn="l">
              <a:spcBef>
                <a:spcPts val="267"/>
              </a:spcBef>
              <a:spcAft>
                <a:spcPts val="0"/>
              </a:spcAft>
              <a:buClr>
                <a:schemeClr val="dk1"/>
              </a:buClr>
              <a:buSzPts val="1000"/>
              <a:buChar char="–"/>
              <a:defRPr sz="1333"/>
            </a:lvl2pPr>
            <a:lvl3pPr marL="1828754" lvl="2" indent="-380990" algn="l">
              <a:spcBef>
                <a:spcPts val="267"/>
              </a:spcBef>
              <a:spcAft>
                <a:spcPts val="0"/>
              </a:spcAft>
              <a:buClr>
                <a:schemeClr val="dk1"/>
              </a:buClr>
              <a:buSzPts val="900"/>
              <a:buChar char="•"/>
              <a:defRPr sz="1200"/>
            </a:lvl3pPr>
            <a:lvl4pPr marL="2438339" lvl="3" indent="-372524" algn="l">
              <a:spcBef>
                <a:spcPts val="267"/>
              </a:spcBef>
              <a:spcAft>
                <a:spcPts val="0"/>
              </a:spcAft>
              <a:buClr>
                <a:schemeClr val="dk1"/>
              </a:buClr>
              <a:buSzPts val="800"/>
              <a:buChar char="–"/>
              <a:defRPr sz="1067"/>
            </a:lvl4pPr>
            <a:lvl5pPr marL="3047924" lvl="4" indent="-372524" algn="l">
              <a:spcBef>
                <a:spcPts val="267"/>
              </a:spcBef>
              <a:spcAft>
                <a:spcPts val="0"/>
              </a:spcAft>
              <a:buClr>
                <a:schemeClr val="dk1"/>
              </a:buClr>
              <a:buSzPts val="800"/>
              <a:buChar char="»"/>
              <a:defRPr sz="1067"/>
            </a:lvl5pPr>
            <a:lvl6pPr marL="3657509" lvl="5" indent="-372524" algn="l">
              <a:spcBef>
                <a:spcPts val="267"/>
              </a:spcBef>
              <a:spcAft>
                <a:spcPts val="0"/>
              </a:spcAft>
              <a:buClr>
                <a:schemeClr val="dk1"/>
              </a:buClr>
              <a:buSzPts val="800"/>
              <a:buChar char="•"/>
              <a:defRPr sz="1067"/>
            </a:lvl6pPr>
            <a:lvl7pPr marL="4267093" lvl="6" indent="-372524" algn="l">
              <a:spcBef>
                <a:spcPts val="267"/>
              </a:spcBef>
              <a:spcAft>
                <a:spcPts val="0"/>
              </a:spcAft>
              <a:buClr>
                <a:schemeClr val="dk1"/>
              </a:buClr>
              <a:buSzPts val="800"/>
              <a:buChar char="•"/>
              <a:defRPr sz="1067"/>
            </a:lvl7pPr>
            <a:lvl8pPr marL="4876678" lvl="7" indent="-372524" algn="l">
              <a:spcBef>
                <a:spcPts val="267"/>
              </a:spcBef>
              <a:spcAft>
                <a:spcPts val="0"/>
              </a:spcAft>
              <a:buClr>
                <a:schemeClr val="dk1"/>
              </a:buClr>
              <a:buSzPts val="800"/>
              <a:buChar char="•"/>
              <a:defRPr sz="1067"/>
            </a:lvl8pPr>
            <a:lvl9pPr marL="5486263" lvl="8" indent="-372524" algn="l">
              <a:spcBef>
                <a:spcPts val="267"/>
              </a:spcBef>
              <a:spcAft>
                <a:spcPts val="0"/>
              </a:spcAft>
              <a:buClr>
                <a:schemeClr val="dk1"/>
              </a:buClr>
              <a:buSzPts val="800"/>
              <a:buChar char="•"/>
              <a:defRPr sz="1067"/>
            </a:lvl9pPr>
          </a:lstStyle>
          <a:p>
            <a:endParaRPr/>
          </a:p>
        </p:txBody>
      </p:sp>
      <p:sp>
        <p:nvSpPr>
          <p:cNvPr id="94" name="Google Shape;94;p20"/>
          <p:cNvSpPr txBox="1">
            <a:spLocks noGrp="1"/>
          </p:cNvSpPr>
          <p:nvPr>
            <p:ph type="dt" idx="10"/>
          </p:nvPr>
        </p:nvSpPr>
        <p:spPr>
          <a:xfrm>
            <a:off x="304800" y="4237568"/>
            <a:ext cx="1422400" cy="243417"/>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5" name="Google Shape;95;p20"/>
          <p:cNvSpPr txBox="1">
            <a:spLocks noGrp="1"/>
          </p:cNvSpPr>
          <p:nvPr>
            <p:ph type="ftr" idx="11"/>
          </p:nvPr>
        </p:nvSpPr>
        <p:spPr>
          <a:xfrm>
            <a:off x="2082800" y="4237568"/>
            <a:ext cx="1930400" cy="243417"/>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6" name="Google Shape;96;p20"/>
          <p:cNvSpPr txBox="1">
            <a:spLocks noGrp="1"/>
          </p:cNvSpPr>
          <p:nvPr>
            <p:ph type="sldNum" idx="12"/>
          </p:nvPr>
        </p:nvSpPr>
        <p:spPr>
          <a:xfrm>
            <a:off x="4368800" y="4237568"/>
            <a:ext cx="1422400" cy="243417"/>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89337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97"/>
        <p:cNvGrpSpPr/>
        <p:nvPr/>
      </p:nvGrpSpPr>
      <p:grpSpPr>
        <a:xfrm>
          <a:off x="0" y="0"/>
          <a:ext cx="0" cy="0"/>
          <a:chOff x="0" y="0"/>
          <a:chExt cx="0" cy="0"/>
        </a:xfrm>
      </p:grpSpPr>
      <p:sp>
        <p:nvSpPr>
          <p:cNvPr id="98" name="Google Shape;98;p21"/>
          <p:cNvSpPr txBox="1">
            <a:spLocks noGrp="1"/>
          </p:cNvSpPr>
          <p:nvPr>
            <p:ph type="title"/>
          </p:nvPr>
        </p:nvSpPr>
        <p:spPr>
          <a:xfrm>
            <a:off x="304800" y="183092"/>
            <a:ext cx="5486400" cy="762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99" name="Google Shape;99;p21"/>
          <p:cNvSpPr txBox="1">
            <a:spLocks noGrp="1"/>
          </p:cNvSpPr>
          <p:nvPr>
            <p:ph type="dt" idx="10"/>
          </p:nvPr>
        </p:nvSpPr>
        <p:spPr>
          <a:xfrm>
            <a:off x="304800" y="4237568"/>
            <a:ext cx="1422400" cy="243417"/>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0" name="Google Shape;100;p21"/>
          <p:cNvSpPr txBox="1">
            <a:spLocks noGrp="1"/>
          </p:cNvSpPr>
          <p:nvPr>
            <p:ph type="ftr" idx="11"/>
          </p:nvPr>
        </p:nvSpPr>
        <p:spPr>
          <a:xfrm>
            <a:off x="2082800" y="4237568"/>
            <a:ext cx="1930400" cy="243417"/>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1" name="Google Shape;101;p21"/>
          <p:cNvSpPr txBox="1">
            <a:spLocks noGrp="1"/>
          </p:cNvSpPr>
          <p:nvPr>
            <p:ph type="sldNum" idx="12"/>
          </p:nvPr>
        </p:nvSpPr>
        <p:spPr>
          <a:xfrm>
            <a:off x="4368800" y="4237568"/>
            <a:ext cx="1422400" cy="243417"/>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8148641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102"/>
        <p:cNvGrpSpPr/>
        <p:nvPr/>
      </p:nvGrpSpPr>
      <p:grpSpPr>
        <a:xfrm>
          <a:off x="0" y="0"/>
          <a:ext cx="0" cy="0"/>
          <a:chOff x="0" y="0"/>
          <a:chExt cx="0" cy="0"/>
        </a:xfrm>
      </p:grpSpPr>
      <p:sp>
        <p:nvSpPr>
          <p:cNvPr id="103" name="Google Shape;103;p22"/>
          <p:cNvSpPr txBox="1">
            <a:spLocks noGrp="1"/>
          </p:cNvSpPr>
          <p:nvPr>
            <p:ph type="title"/>
          </p:nvPr>
        </p:nvSpPr>
        <p:spPr>
          <a:xfrm>
            <a:off x="304801" y="182034"/>
            <a:ext cx="2005543" cy="774700"/>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333"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4" name="Google Shape;104;p22"/>
          <p:cNvSpPr txBox="1">
            <a:spLocks noGrp="1"/>
          </p:cNvSpPr>
          <p:nvPr>
            <p:ph type="body" idx="1"/>
          </p:nvPr>
        </p:nvSpPr>
        <p:spPr>
          <a:xfrm>
            <a:off x="2383368" y="182034"/>
            <a:ext cx="3407833" cy="3902076"/>
          </a:xfrm>
          <a:prstGeom prst="rect">
            <a:avLst/>
          </a:prstGeom>
          <a:noFill/>
          <a:ln>
            <a:noFill/>
          </a:ln>
        </p:spPr>
        <p:txBody>
          <a:bodyPr spcFirstLastPara="1" wrap="square" lIns="45725" tIns="22850" rIns="45725" bIns="22850" anchor="t" anchorCtr="0">
            <a:normAutofit/>
          </a:bodyPr>
          <a:lstStyle>
            <a:lvl1pPr marL="609585" lvl="0" indent="-440256" algn="l">
              <a:spcBef>
                <a:spcPts val="400"/>
              </a:spcBef>
              <a:spcAft>
                <a:spcPts val="0"/>
              </a:spcAft>
              <a:buClr>
                <a:schemeClr val="dk1"/>
              </a:buClr>
              <a:buSzPts val="1600"/>
              <a:buChar char="•"/>
              <a:defRPr sz="2133"/>
            </a:lvl1pPr>
            <a:lvl2pPr marL="1219170" lvl="1" indent="-423323" algn="l">
              <a:spcBef>
                <a:spcPts val="400"/>
              </a:spcBef>
              <a:spcAft>
                <a:spcPts val="0"/>
              </a:spcAft>
              <a:buClr>
                <a:schemeClr val="dk1"/>
              </a:buClr>
              <a:buSzPts val="1400"/>
              <a:buChar char="–"/>
              <a:defRPr sz="1867"/>
            </a:lvl2pPr>
            <a:lvl3pPr marL="1828754" lvl="2" indent="-406390" algn="l">
              <a:spcBef>
                <a:spcPts val="267"/>
              </a:spcBef>
              <a:spcAft>
                <a:spcPts val="0"/>
              </a:spcAft>
              <a:buClr>
                <a:schemeClr val="dk1"/>
              </a:buClr>
              <a:buSzPts val="1200"/>
              <a:buChar char="•"/>
              <a:defRPr sz="1600"/>
            </a:lvl3pPr>
            <a:lvl4pPr marL="2438339" lvl="3" indent="-389457" algn="l">
              <a:spcBef>
                <a:spcPts val="267"/>
              </a:spcBef>
              <a:spcAft>
                <a:spcPts val="0"/>
              </a:spcAft>
              <a:buClr>
                <a:schemeClr val="dk1"/>
              </a:buClr>
              <a:buSzPts val="1000"/>
              <a:buChar char="–"/>
              <a:defRPr sz="1333"/>
            </a:lvl4pPr>
            <a:lvl5pPr marL="3047924" lvl="4" indent="-389457" algn="l">
              <a:spcBef>
                <a:spcPts val="267"/>
              </a:spcBef>
              <a:spcAft>
                <a:spcPts val="0"/>
              </a:spcAft>
              <a:buClr>
                <a:schemeClr val="dk1"/>
              </a:buClr>
              <a:buSzPts val="1000"/>
              <a:buChar char="»"/>
              <a:defRPr sz="1333"/>
            </a:lvl5pPr>
            <a:lvl6pPr marL="3657509" lvl="5" indent="-389457" algn="l">
              <a:spcBef>
                <a:spcPts val="267"/>
              </a:spcBef>
              <a:spcAft>
                <a:spcPts val="0"/>
              </a:spcAft>
              <a:buClr>
                <a:schemeClr val="dk1"/>
              </a:buClr>
              <a:buSzPts val="1000"/>
              <a:buChar char="•"/>
              <a:defRPr sz="1333"/>
            </a:lvl6pPr>
            <a:lvl7pPr marL="4267093" lvl="6" indent="-389457" algn="l">
              <a:spcBef>
                <a:spcPts val="267"/>
              </a:spcBef>
              <a:spcAft>
                <a:spcPts val="0"/>
              </a:spcAft>
              <a:buClr>
                <a:schemeClr val="dk1"/>
              </a:buClr>
              <a:buSzPts val="1000"/>
              <a:buChar char="•"/>
              <a:defRPr sz="1333"/>
            </a:lvl7pPr>
            <a:lvl8pPr marL="4876678" lvl="7" indent="-389457" algn="l">
              <a:spcBef>
                <a:spcPts val="267"/>
              </a:spcBef>
              <a:spcAft>
                <a:spcPts val="0"/>
              </a:spcAft>
              <a:buClr>
                <a:schemeClr val="dk1"/>
              </a:buClr>
              <a:buSzPts val="1000"/>
              <a:buChar char="•"/>
              <a:defRPr sz="1333"/>
            </a:lvl8pPr>
            <a:lvl9pPr marL="5486263" lvl="8" indent="-389457" algn="l">
              <a:spcBef>
                <a:spcPts val="267"/>
              </a:spcBef>
              <a:spcAft>
                <a:spcPts val="0"/>
              </a:spcAft>
              <a:buClr>
                <a:schemeClr val="dk1"/>
              </a:buClr>
              <a:buSzPts val="1000"/>
              <a:buChar char="•"/>
              <a:defRPr sz="1333"/>
            </a:lvl9pPr>
          </a:lstStyle>
          <a:p>
            <a:endParaRPr/>
          </a:p>
        </p:txBody>
      </p:sp>
      <p:sp>
        <p:nvSpPr>
          <p:cNvPr id="105" name="Google Shape;105;p22"/>
          <p:cNvSpPr txBox="1">
            <a:spLocks noGrp="1"/>
          </p:cNvSpPr>
          <p:nvPr>
            <p:ph type="body" idx="2"/>
          </p:nvPr>
        </p:nvSpPr>
        <p:spPr>
          <a:xfrm>
            <a:off x="304801" y="956733"/>
            <a:ext cx="2005543" cy="3127376"/>
          </a:xfrm>
          <a:prstGeom prst="rect">
            <a:avLst/>
          </a:prstGeom>
          <a:noFill/>
          <a:ln>
            <a:noFill/>
          </a:ln>
        </p:spPr>
        <p:txBody>
          <a:bodyPr spcFirstLastPara="1" wrap="square" lIns="45725" tIns="22850" rIns="45725" bIns="22850" anchor="t" anchorCtr="0">
            <a:normAutofit/>
          </a:bodyPr>
          <a:lstStyle>
            <a:lvl1pPr marL="609585" lvl="0" indent="-304792" algn="l">
              <a:spcBef>
                <a:spcPts val="133"/>
              </a:spcBef>
              <a:spcAft>
                <a:spcPts val="0"/>
              </a:spcAft>
              <a:buClr>
                <a:schemeClr val="dk1"/>
              </a:buClr>
              <a:buSzPts val="700"/>
              <a:buNone/>
              <a:defRPr sz="933"/>
            </a:lvl1pPr>
            <a:lvl2pPr marL="1219170" lvl="1" indent="-304792" algn="l">
              <a:spcBef>
                <a:spcPts val="133"/>
              </a:spcBef>
              <a:spcAft>
                <a:spcPts val="0"/>
              </a:spcAft>
              <a:buClr>
                <a:schemeClr val="dk1"/>
              </a:buClr>
              <a:buSzPts val="600"/>
              <a:buNone/>
              <a:defRPr sz="800"/>
            </a:lvl2pPr>
            <a:lvl3pPr marL="1828754" lvl="2" indent="-304792" algn="l">
              <a:spcBef>
                <a:spcPts val="133"/>
              </a:spcBef>
              <a:spcAft>
                <a:spcPts val="0"/>
              </a:spcAft>
              <a:buClr>
                <a:schemeClr val="dk1"/>
              </a:buClr>
              <a:buSzPts val="500"/>
              <a:buNone/>
              <a:defRPr sz="667"/>
            </a:lvl3pPr>
            <a:lvl4pPr marL="2438339" lvl="3" indent="-304792" algn="l">
              <a:spcBef>
                <a:spcPts val="133"/>
              </a:spcBef>
              <a:spcAft>
                <a:spcPts val="0"/>
              </a:spcAft>
              <a:buClr>
                <a:schemeClr val="dk1"/>
              </a:buClr>
              <a:buSzPts val="500"/>
              <a:buNone/>
              <a:defRPr sz="667"/>
            </a:lvl4pPr>
            <a:lvl5pPr marL="3047924" lvl="4" indent="-304792" algn="l">
              <a:spcBef>
                <a:spcPts val="133"/>
              </a:spcBef>
              <a:spcAft>
                <a:spcPts val="0"/>
              </a:spcAft>
              <a:buClr>
                <a:schemeClr val="dk1"/>
              </a:buClr>
              <a:buSzPts val="500"/>
              <a:buNone/>
              <a:defRPr sz="667"/>
            </a:lvl5pPr>
            <a:lvl6pPr marL="3657509" lvl="5" indent="-304792" algn="l">
              <a:spcBef>
                <a:spcPts val="133"/>
              </a:spcBef>
              <a:spcAft>
                <a:spcPts val="0"/>
              </a:spcAft>
              <a:buClr>
                <a:schemeClr val="dk1"/>
              </a:buClr>
              <a:buSzPts val="500"/>
              <a:buNone/>
              <a:defRPr sz="667"/>
            </a:lvl6pPr>
            <a:lvl7pPr marL="4267093" lvl="6" indent="-304792" algn="l">
              <a:spcBef>
                <a:spcPts val="133"/>
              </a:spcBef>
              <a:spcAft>
                <a:spcPts val="0"/>
              </a:spcAft>
              <a:buClr>
                <a:schemeClr val="dk1"/>
              </a:buClr>
              <a:buSzPts val="500"/>
              <a:buNone/>
              <a:defRPr sz="667"/>
            </a:lvl7pPr>
            <a:lvl8pPr marL="4876678" lvl="7" indent="-304792" algn="l">
              <a:spcBef>
                <a:spcPts val="133"/>
              </a:spcBef>
              <a:spcAft>
                <a:spcPts val="0"/>
              </a:spcAft>
              <a:buClr>
                <a:schemeClr val="dk1"/>
              </a:buClr>
              <a:buSzPts val="500"/>
              <a:buNone/>
              <a:defRPr sz="667"/>
            </a:lvl8pPr>
            <a:lvl9pPr marL="5486263" lvl="8" indent="-304792" algn="l">
              <a:spcBef>
                <a:spcPts val="133"/>
              </a:spcBef>
              <a:spcAft>
                <a:spcPts val="0"/>
              </a:spcAft>
              <a:buClr>
                <a:schemeClr val="dk1"/>
              </a:buClr>
              <a:buSzPts val="500"/>
              <a:buNone/>
              <a:defRPr sz="667"/>
            </a:lvl9pPr>
          </a:lstStyle>
          <a:p>
            <a:endParaRPr/>
          </a:p>
        </p:txBody>
      </p:sp>
      <p:sp>
        <p:nvSpPr>
          <p:cNvPr id="106" name="Google Shape;106;p22"/>
          <p:cNvSpPr txBox="1">
            <a:spLocks noGrp="1"/>
          </p:cNvSpPr>
          <p:nvPr>
            <p:ph type="dt" idx="10"/>
          </p:nvPr>
        </p:nvSpPr>
        <p:spPr>
          <a:xfrm>
            <a:off x="304800" y="4237568"/>
            <a:ext cx="1422400" cy="243417"/>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7" name="Google Shape;107;p22"/>
          <p:cNvSpPr txBox="1">
            <a:spLocks noGrp="1"/>
          </p:cNvSpPr>
          <p:nvPr>
            <p:ph type="ftr" idx="11"/>
          </p:nvPr>
        </p:nvSpPr>
        <p:spPr>
          <a:xfrm>
            <a:off x="2082800" y="4237568"/>
            <a:ext cx="1930400" cy="243417"/>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8" name="Google Shape;108;p22"/>
          <p:cNvSpPr txBox="1">
            <a:spLocks noGrp="1"/>
          </p:cNvSpPr>
          <p:nvPr>
            <p:ph type="sldNum" idx="12"/>
          </p:nvPr>
        </p:nvSpPr>
        <p:spPr>
          <a:xfrm>
            <a:off x="4368800" y="4237568"/>
            <a:ext cx="1422400" cy="243417"/>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28049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09"/>
        <p:cNvGrpSpPr/>
        <p:nvPr/>
      </p:nvGrpSpPr>
      <p:grpSpPr>
        <a:xfrm>
          <a:off x="0" y="0"/>
          <a:ext cx="0" cy="0"/>
          <a:chOff x="0" y="0"/>
          <a:chExt cx="0" cy="0"/>
        </a:xfrm>
      </p:grpSpPr>
      <p:sp>
        <p:nvSpPr>
          <p:cNvPr id="110" name="Google Shape;110;p23"/>
          <p:cNvSpPr txBox="1">
            <a:spLocks noGrp="1"/>
          </p:cNvSpPr>
          <p:nvPr>
            <p:ph type="title"/>
          </p:nvPr>
        </p:nvSpPr>
        <p:spPr>
          <a:xfrm>
            <a:off x="1194859" y="3200401"/>
            <a:ext cx="3657600" cy="3778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333"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11" name="Google Shape;111;p23"/>
          <p:cNvSpPr>
            <a:spLocks noGrp="1"/>
          </p:cNvSpPr>
          <p:nvPr>
            <p:ph type="pic" idx="2"/>
          </p:nvPr>
        </p:nvSpPr>
        <p:spPr>
          <a:xfrm>
            <a:off x="1194859" y="408517"/>
            <a:ext cx="3657600" cy="2743200"/>
          </a:xfrm>
          <a:prstGeom prst="rect">
            <a:avLst/>
          </a:prstGeom>
          <a:noFill/>
          <a:ln>
            <a:noFill/>
          </a:ln>
        </p:spPr>
      </p:sp>
      <p:sp>
        <p:nvSpPr>
          <p:cNvPr id="112" name="Google Shape;112;p23"/>
          <p:cNvSpPr txBox="1">
            <a:spLocks noGrp="1"/>
          </p:cNvSpPr>
          <p:nvPr>
            <p:ph type="body" idx="1"/>
          </p:nvPr>
        </p:nvSpPr>
        <p:spPr>
          <a:xfrm>
            <a:off x="1194859" y="3578226"/>
            <a:ext cx="3657600" cy="536575"/>
          </a:xfrm>
          <a:prstGeom prst="rect">
            <a:avLst/>
          </a:prstGeom>
          <a:noFill/>
          <a:ln>
            <a:noFill/>
          </a:ln>
        </p:spPr>
        <p:txBody>
          <a:bodyPr spcFirstLastPara="1" wrap="square" lIns="45725" tIns="22850" rIns="45725" bIns="22850" anchor="t" anchorCtr="0">
            <a:normAutofit/>
          </a:bodyPr>
          <a:lstStyle>
            <a:lvl1pPr marL="609585" lvl="0" indent="-304792" algn="l">
              <a:spcBef>
                <a:spcPts val="133"/>
              </a:spcBef>
              <a:spcAft>
                <a:spcPts val="0"/>
              </a:spcAft>
              <a:buClr>
                <a:schemeClr val="dk1"/>
              </a:buClr>
              <a:buSzPts val="700"/>
              <a:buNone/>
              <a:defRPr sz="933"/>
            </a:lvl1pPr>
            <a:lvl2pPr marL="1219170" lvl="1" indent="-304792" algn="l">
              <a:spcBef>
                <a:spcPts val="133"/>
              </a:spcBef>
              <a:spcAft>
                <a:spcPts val="0"/>
              </a:spcAft>
              <a:buClr>
                <a:schemeClr val="dk1"/>
              </a:buClr>
              <a:buSzPts val="600"/>
              <a:buNone/>
              <a:defRPr sz="800"/>
            </a:lvl2pPr>
            <a:lvl3pPr marL="1828754" lvl="2" indent="-304792" algn="l">
              <a:spcBef>
                <a:spcPts val="133"/>
              </a:spcBef>
              <a:spcAft>
                <a:spcPts val="0"/>
              </a:spcAft>
              <a:buClr>
                <a:schemeClr val="dk1"/>
              </a:buClr>
              <a:buSzPts val="500"/>
              <a:buNone/>
              <a:defRPr sz="667"/>
            </a:lvl3pPr>
            <a:lvl4pPr marL="2438339" lvl="3" indent="-304792" algn="l">
              <a:spcBef>
                <a:spcPts val="133"/>
              </a:spcBef>
              <a:spcAft>
                <a:spcPts val="0"/>
              </a:spcAft>
              <a:buClr>
                <a:schemeClr val="dk1"/>
              </a:buClr>
              <a:buSzPts val="500"/>
              <a:buNone/>
              <a:defRPr sz="667"/>
            </a:lvl4pPr>
            <a:lvl5pPr marL="3047924" lvl="4" indent="-304792" algn="l">
              <a:spcBef>
                <a:spcPts val="133"/>
              </a:spcBef>
              <a:spcAft>
                <a:spcPts val="0"/>
              </a:spcAft>
              <a:buClr>
                <a:schemeClr val="dk1"/>
              </a:buClr>
              <a:buSzPts val="500"/>
              <a:buNone/>
              <a:defRPr sz="667"/>
            </a:lvl5pPr>
            <a:lvl6pPr marL="3657509" lvl="5" indent="-304792" algn="l">
              <a:spcBef>
                <a:spcPts val="133"/>
              </a:spcBef>
              <a:spcAft>
                <a:spcPts val="0"/>
              </a:spcAft>
              <a:buClr>
                <a:schemeClr val="dk1"/>
              </a:buClr>
              <a:buSzPts val="500"/>
              <a:buNone/>
              <a:defRPr sz="667"/>
            </a:lvl6pPr>
            <a:lvl7pPr marL="4267093" lvl="6" indent="-304792" algn="l">
              <a:spcBef>
                <a:spcPts val="133"/>
              </a:spcBef>
              <a:spcAft>
                <a:spcPts val="0"/>
              </a:spcAft>
              <a:buClr>
                <a:schemeClr val="dk1"/>
              </a:buClr>
              <a:buSzPts val="500"/>
              <a:buNone/>
              <a:defRPr sz="667"/>
            </a:lvl7pPr>
            <a:lvl8pPr marL="4876678" lvl="7" indent="-304792" algn="l">
              <a:spcBef>
                <a:spcPts val="133"/>
              </a:spcBef>
              <a:spcAft>
                <a:spcPts val="0"/>
              </a:spcAft>
              <a:buClr>
                <a:schemeClr val="dk1"/>
              </a:buClr>
              <a:buSzPts val="500"/>
              <a:buNone/>
              <a:defRPr sz="667"/>
            </a:lvl8pPr>
            <a:lvl9pPr marL="5486263" lvl="8" indent="-304792" algn="l">
              <a:spcBef>
                <a:spcPts val="133"/>
              </a:spcBef>
              <a:spcAft>
                <a:spcPts val="0"/>
              </a:spcAft>
              <a:buClr>
                <a:schemeClr val="dk1"/>
              </a:buClr>
              <a:buSzPts val="500"/>
              <a:buNone/>
              <a:defRPr sz="667"/>
            </a:lvl9pPr>
          </a:lstStyle>
          <a:p>
            <a:endParaRPr/>
          </a:p>
        </p:txBody>
      </p:sp>
      <p:sp>
        <p:nvSpPr>
          <p:cNvPr id="113" name="Google Shape;113;p23"/>
          <p:cNvSpPr txBox="1">
            <a:spLocks noGrp="1"/>
          </p:cNvSpPr>
          <p:nvPr>
            <p:ph type="dt" idx="10"/>
          </p:nvPr>
        </p:nvSpPr>
        <p:spPr>
          <a:xfrm>
            <a:off x="304800" y="4237568"/>
            <a:ext cx="1422400" cy="243417"/>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4" name="Google Shape;114;p23"/>
          <p:cNvSpPr txBox="1">
            <a:spLocks noGrp="1"/>
          </p:cNvSpPr>
          <p:nvPr>
            <p:ph type="ftr" idx="11"/>
          </p:nvPr>
        </p:nvSpPr>
        <p:spPr>
          <a:xfrm>
            <a:off x="2082800" y="4237568"/>
            <a:ext cx="1930400" cy="243417"/>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5" name="Google Shape;115;p23"/>
          <p:cNvSpPr txBox="1">
            <a:spLocks noGrp="1"/>
          </p:cNvSpPr>
          <p:nvPr>
            <p:ph type="sldNum" idx="12"/>
          </p:nvPr>
        </p:nvSpPr>
        <p:spPr>
          <a:xfrm>
            <a:off x="4368800" y="4237568"/>
            <a:ext cx="1422400" cy="243417"/>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287130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16"/>
        <p:cNvGrpSpPr/>
        <p:nvPr/>
      </p:nvGrpSpPr>
      <p:grpSpPr>
        <a:xfrm>
          <a:off x="0" y="0"/>
          <a:ext cx="0" cy="0"/>
          <a:chOff x="0" y="0"/>
          <a:chExt cx="0" cy="0"/>
        </a:xfrm>
      </p:grpSpPr>
      <p:sp>
        <p:nvSpPr>
          <p:cNvPr id="117" name="Google Shape;117;p24"/>
          <p:cNvSpPr txBox="1">
            <a:spLocks noGrp="1"/>
          </p:cNvSpPr>
          <p:nvPr>
            <p:ph type="title"/>
          </p:nvPr>
        </p:nvSpPr>
        <p:spPr>
          <a:xfrm>
            <a:off x="304800" y="183092"/>
            <a:ext cx="5486400" cy="7620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18" name="Google Shape;118;p24"/>
          <p:cNvSpPr txBox="1">
            <a:spLocks noGrp="1"/>
          </p:cNvSpPr>
          <p:nvPr>
            <p:ph type="body" idx="1"/>
          </p:nvPr>
        </p:nvSpPr>
        <p:spPr>
          <a:xfrm rot="5400000">
            <a:off x="1539346" y="-167745"/>
            <a:ext cx="3017309" cy="5486400"/>
          </a:xfrm>
          <a:prstGeom prst="rect">
            <a:avLst/>
          </a:prstGeom>
          <a:noFill/>
          <a:ln>
            <a:noFill/>
          </a:ln>
        </p:spPr>
        <p:txBody>
          <a:bodyPr spcFirstLastPara="1" wrap="square" lIns="45725" tIns="22850" rIns="45725" bIns="22850" anchor="t" anchorCtr="0">
            <a:normAutofit/>
          </a:bodyPr>
          <a:lstStyle>
            <a:lvl1pPr marL="609585" lvl="0" indent="-380990" algn="l">
              <a:spcBef>
                <a:spcPts val="267"/>
              </a:spcBef>
              <a:spcAft>
                <a:spcPts val="0"/>
              </a:spcAft>
              <a:buClr>
                <a:schemeClr val="dk1"/>
              </a:buClr>
              <a:buSzPts val="900"/>
              <a:buChar char="•"/>
              <a:defRPr/>
            </a:lvl1pPr>
            <a:lvl2pPr marL="1219170" lvl="1" indent="-380990" algn="l">
              <a:spcBef>
                <a:spcPts val="267"/>
              </a:spcBef>
              <a:spcAft>
                <a:spcPts val="0"/>
              </a:spcAft>
              <a:buClr>
                <a:schemeClr val="dk1"/>
              </a:buClr>
              <a:buSzPts val="900"/>
              <a:buChar char="–"/>
              <a:defRPr/>
            </a:lvl2pPr>
            <a:lvl3pPr marL="1828754" lvl="2" indent="-380990" algn="l">
              <a:spcBef>
                <a:spcPts val="267"/>
              </a:spcBef>
              <a:spcAft>
                <a:spcPts val="0"/>
              </a:spcAft>
              <a:buClr>
                <a:schemeClr val="dk1"/>
              </a:buClr>
              <a:buSzPts val="900"/>
              <a:buChar char="•"/>
              <a:defRPr/>
            </a:lvl3pPr>
            <a:lvl4pPr marL="2438339" lvl="3" indent="-380990" algn="l">
              <a:spcBef>
                <a:spcPts val="267"/>
              </a:spcBef>
              <a:spcAft>
                <a:spcPts val="0"/>
              </a:spcAft>
              <a:buClr>
                <a:schemeClr val="dk1"/>
              </a:buClr>
              <a:buSzPts val="900"/>
              <a:buChar char="–"/>
              <a:defRPr/>
            </a:lvl4pPr>
            <a:lvl5pPr marL="3047924" lvl="4" indent="-380990" algn="l">
              <a:spcBef>
                <a:spcPts val="267"/>
              </a:spcBef>
              <a:spcAft>
                <a:spcPts val="0"/>
              </a:spcAft>
              <a:buClr>
                <a:schemeClr val="dk1"/>
              </a:buClr>
              <a:buSzPts val="900"/>
              <a:buChar char="»"/>
              <a:defRPr/>
            </a:lvl5pPr>
            <a:lvl6pPr marL="3657509" lvl="5" indent="-380990" algn="l">
              <a:spcBef>
                <a:spcPts val="267"/>
              </a:spcBef>
              <a:spcAft>
                <a:spcPts val="0"/>
              </a:spcAft>
              <a:buClr>
                <a:schemeClr val="dk1"/>
              </a:buClr>
              <a:buSzPts val="900"/>
              <a:buChar char="•"/>
              <a:defRPr/>
            </a:lvl6pPr>
            <a:lvl7pPr marL="4267093" lvl="6" indent="-380990" algn="l">
              <a:spcBef>
                <a:spcPts val="267"/>
              </a:spcBef>
              <a:spcAft>
                <a:spcPts val="0"/>
              </a:spcAft>
              <a:buClr>
                <a:schemeClr val="dk1"/>
              </a:buClr>
              <a:buSzPts val="900"/>
              <a:buChar char="•"/>
              <a:defRPr/>
            </a:lvl7pPr>
            <a:lvl8pPr marL="4876678" lvl="7" indent="-380990" algn="l">
              <a:spcBef>
                <a:spcPts val="267"/>
              </a:spcBef>
              <a:spcAft>
                <a:spcPts val="0"/>
              </a:spcAft>
              <a:buClr>
                <a:schemeClr val="dk1"/>
              </a:buClr>
              <a:buSzPts val="900"/>
              <a:buChar char="•"/>
              <a:defRPr/>
            </a:lvl8pPr>
            <a:lvl9pPr marL="5486263" lvl="8" indent="-380990" algn="l">
              <a:spcBef>
                <a:spcPts val="267"/>
              </a:spcBef>
              <a:spcAft>
                <a:spcPts val="0"/>
              </a:spcAft>
              <a:buClr>
                <a:schemeClr val="dk1"/>
              </a:buClr>
              <a:buSzPts val="900"/>
              <a:buChar char="•"/>
              <a:defRPr/>
            </a:lvl9pPr>
          </a:lstStyle>
          <a:p>
            <a:endParaRPr/>
          </a:p>
        </p:txBody>
      </p:sp>
      <p:sp>
        <p:nvSpPr>
          <p:cNvPr id="119" name="Google Shape;119;p24"/>
          <p:cNvSpPr txBox="1">
            <a:spLocks noGrp="1"/>
          </p:cNvSpPr>
          <p:nvPr>
            <p:ph type="dt" idx="10"/>
          </p:nvPr>
        </p:nvSpPr>
        <p:spPr>
          <a:xfrm>
            <a:off x="304800" y="4237568"/>
            <a:ext cx="1422400" cy="243417"/>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0" name="Google Shape;120;p24"/>
          <p:cNvSpPr txBox="1">
            <a:spLocks noGrp="1"/>
          </p:cNvSpPr>
          <p:nvPr>
            <p:ph type="ftr" idx="11"/>
          </p:nvPr>
        </p:nvSpPr>
        <p:spPr>
          <a:xfrm>
            <a:off x="2082800" y="4237568"/>
            <a:ext cx="1930400" cy="243417"/>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1" name="Google Shape;121;p24"/>
          <p:cNvSpPr txBox="1">
            <a:spLocks noGrp="1"/>
          </p:cNvSpPr>
          <p:nvPr>
            <p:ph type="sldNum" idx="12"/>
          </p:nvPr>
        </p:nvSpPr>
        <p:spPr>
          <a:xfrm>
            <a:off x="4368800" y="4237568"/>
            <a:ext cx="1422400" cy="243417"/>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0427897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22"/>
        <p:cNvGrpSpPr/>
        <p:nvPr/>
      </p:nvGrpSpPr>
      <p:grpSpPr>
        <a:xfrm>
          <a:off x="0" y="0"/>
          <a:ext cx="0" cy="0"/>
          <a:chOff x="0" y="0"/>
          <a:chExt cx="0" cy="0"/>
        </a:xfrm>
      </p:grpSpPr>
      <p:sp>
        <p:nvSpPr>
          <p:cNvPr id="123" name="Google Shape;123;p25"/>
          <p:cNvSpPr txBox="1">
            <a:spLocks noGrp="1"/>
          </p:cNvSpPr>
          <p:nvPr>
            <p:ph type="title"/>
          </p:nvPr>
        </p:nvSpPr>
        <p:spPr>
          <a:xfrm rot="5400000">
            <a:off x="3154893" y="1447800"/>
            <a:ext cx="3901017" cy="13716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24" name="Google Shape;124;p25"/>
          <p:cNvSpPr txBox="1">
            <a:spLocks noGrp="1"/>
          </p:cNvSpPr>
          <p:nvPr>
            <p:ph type="body" idx="1"/>
          </p:nvPr>
        </p:nvSpPr>
        <p:spPr>
          <a:xfrm rot="5400000">
            <a:off x="360893" y="127000"/>
            <a:ext cx="3901017" cy="4013200"/>
          </a:xfrm>
          <a:prstGeom prst="rect">
            <a:avLst/>
          </a:prstGeom>
          <a:noFill/>
          <a:ln>
            <a:noFill/>
          </a:ln>
        </p:spPr>
        <p:txBody>
          <a:bodyPr spcFirstLastPara="1" wrap="square" lIns="45725" tIns="22850" rIns="45725" bIns="22850" anchor="t" anchorCtr="0">
            <a:normAutofit/>
          </a:bodyPr>
          <a:lstStyle>
            <a:lvl1pPr marL="609585" lvl="0" indent="-380990" algn="l">
              <a:spcBef>
                <a:spcPts val="267"/>
              </a:spcBef>
              <a:spcAft>
                <a:spcPts val="0"/>
              </a:spcAft>
              <a:buClr>
                <a:schemeClr val="dk1"/>
              </a:buClr>
              <a:buSzPts val="900"/>
              <a:buChar char="•"/>
              <a:defRPr/>
            </a:lvl1pPr>
            <a:lvl2pPr marL="1219170" lvl="1" indent="-380990" algn="l">
              <a:spcBef>
                <a:spcPts val="267"/>
              </a:spcBef>
              <a:spcAft>
                <a:spcPts val="0"/>
              </a:spcAft>
              <a:buClr>
                <a:schemeClr val="dk1"/>
              </a:buClr>
              <a:buSzPts val="900"/>
              <a:buChar char="–"/>
              <a:defRPr/>
            </a:lvl2pPr>
            <a:lvl3pPr marL="1828754" lvl="2" indent="-380990" algn="l">
              <a:spcBef>
                <a:spcPts val="267"/>
              </a:spcBef>
              <a:spcAft>
                <a:spcPts val="0"/>
              </a:spcAft>
              <a:buClr>
                <a:schemeClr val="dk1"/>
              </a:buClr>
              <a:buSzPts val="900"/>
              <a:buChar char="•"/>
              <a:defRPr/>
            </a:lvl3pPr>
            <a:lvl4pPr marL="2438339" lvl="3" indent="-380990" algn="l">
              <a:spcBef>
                <a:spcPts val="267"/>
              </a:spcBef>
              <a:spcAft>
                <a:spcPts val="0"/>
              </a:spcAft>
              <a:buClr>
                <a:schemeClr val="dk1"/>
              </a:buClr>
              <a:buSzPts val="900"/>
              <a:buChar char="–"/>
              <a:defRPr/>
            </a:lvl4pPr>
            <a:lvl5pPr marL="3047924" lvl="4" indent="-380990" algn="l">
              <a:spcBef>
                <a:spcPts val="267"/>
              </a:spcBef>
              <a:spcAft>
                <a:spcPts val="0"/>
              </a:spcAft>
              <a:buClr>
                <a:schemeClr val="dk1"/>
              </a:buClr>
              <a:buSzPts val="900"/>
              <a:buChar char="»"/>
              <a:defRPr/>
            </a:lvl5pPr>
            <a:lvl6pPr marL="3657509" lvl="5" indent="-380990" algn="l">
              <a:spcBef>
                <a:spcPts val="267"/>
              </a:spcBef>
              <a:spcAft>
                <a:spcPts val="0"/>
              </a:spcAft>
              <a:buClr>
                <a:schemeClr val="dk1"/>
              </a:buClr>
              <a:buSzPts val="900"/>
              <a:buChar char="•"/>
              <a:defRPr/>
            </a:lvl6pPr>
            <a:lvl7pPr marL="4267093" lvl="6" indent="-380990" algn="l">
              <a:spcBef>
                <a:spcPts val="267"/>
              </a:spcBef>
              <a:spcAft>
                <a:spcPts val="0"/>
              </a:spcAft>
              <a:buClr>
                <a:schemeClr val="dk1"/>
              </a:buClr>
              <a:buSzPts val="900"/>
              <a:buChar char="•"/>
              <a:defRPr/>
            </a:lvl7pPr>
            <a:lvl8pPr marL="4876678" lvl="7" indent="-380990" algn="l">
              <a:spcBef>
                <a:spcPts val="267"/>
              </a:spcBef>
              <a:spcAft>
                <a:spcPts val="0"/>
              </a:spcAft>
              <a:buClr>
                <a:schemeClr val="dk1"/>
              </a:buClr>
              <a:buSzPts val="900"/>
              <a:buChar char="•"/>
              <a:defRPr/>
            </a:lvl8pPr>
            <a:lvl9pPr marL="5486263" lvl="8" indent="-380990" algn="l">
              <a:spcBef>
                <a:spcPts val="267"/>
              </a:spcBef>
              <a:spcAft>
                <a:spcPts val="0"/>
              </a:spcAft>
              <a:buClr>
                <a:schemeClr val="dk1"/>
              </a:buClr>
              <a:buSzPts val="900"/>
              <a:buChar char="•"/>
              <a:defRPr/>
            </a:lvl9pPr>
          </a:lstStyle>
          <a:p>
            <a:endParaRPr/>
          </a:p>
        </p:txBody>
      </p:sp>
      <p:sp>
        <p:nvSpPr>
          <p:cNvPr id="125" name="Google Shape;125;p25"/>
          <p:cNvSpPr txBox="1">
            <a:spLocks noGrp="1"/>
          </p:cNvSpPr>
          <p:nvPr>
            <p:ph type="dt" idx="10"/>
          </p:nvPr>
        </p:nvSpPr>
        <p:spPr>
          <a:xfrm>
            <a:off x="304800" y="4237568"/>
            <a:ext cx="1422400" cy="243417"/>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6" name="Google Shape;126;p25"/>
          <p:cNvSpPr txBox="1">
            <a:spLocks noGrp="1"/>
          </p:cNvSpPr>
          <p:nvPr>
            <p:ph type="ftr" idx="11"/>
          </p:nvPr>
        </p:nvSpPr>
        <p:spPr>
          <a:xfrm>
            <a:off x="2082800" y="4237568"/>
            <a:ext cx="1930400" cy="243417"/>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7" name="Google Shape;127;p25"/>
          <p:cNvSpPr txBox="1">
            <a:spLocks noGrp="1"/>
          </p:cNvSpPr>
          <p:nvPr>
            <p:ph type="sldNum" idx="12"/>
          </p:nvPr>
        </p:nvSpPr>
        <p:spPr>
          <a:xfrm>
            <a:off x="4368800" y="4237568"/>
            <a:ext cx="1422400" cy="243417"/>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467455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304800" y="183092"/>
            <a:ext cx="5486400" cy="7620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55" name="Google Shape;55;p14"/>
          <p:cNvSpPr txBox="1">
            <a:spLocks noGrp="1"/>
          </p:cNvSpPr>
          <p:nvPr>
            <p:ph type="body" idx="1"/>
          </p:nvPr>
        </p:nvSpPr>
        <p:spPr>
          <a:xfrm>
            <a:off x="304800" y="1066800"/>
            <a:ext cx="5486400" cy="3017309"/>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304800" y="4237568"/>
            <a:ext cx="1422400" cy="243417"/>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2082800" y="4237568"/>
            <a:ext cx="1930400" cy="243417"/>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8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12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4368800" y="4237568"/>
            <a:ext cx="1422400" cy="243417"/>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800" b="0" i="0" u="none" strike="noStrike" cap="none">
                <a:solidFill>
                  <a:srgbClr val="888888"/>
                </a:solidFill>
                <a:latin typeface="Calibri"/>
                <a:ea typeface="Calibri"/>
                <a:cs typeface="Calibri"/>
                <a:sym typeface="Calibri"/>
              </a:defRPr>
            </a:lvl1pPr>
            <a:lvl2pPr marL="0" marR="0" lvl="1" indent="0" algn="r" rtl="0">
              <a:spcBef>
                <a:spcPts val="0"/>
              </a:spcBef>
              <a:buNone/>
              <a:defRPr sz="800" b="0" i="0" u="none" strike="noStrike" cap="none">
                <a:solidFill>
                  <a:srgbClr val="888888"/>
                </a:solidFill>
                <a:latin typeface="Calibri"/>
                <a:ea typeface="Calibri"/>
                <a:cs typeface="Calibri"/>
                <a:sym typeface="Calibri"/>
              </a:defRPr>
            </a:lvl2pPr>
            <a:lvl3pPr marL="0" marR="0" lvl="2" indent="0" algn="r" rtl="0">
              <a:spcBef>
                <a:spcPts val="0"/>
              </a:spcBef>
              <a:buNone/>
              <a:defRPr sz="800" b="0" i="0" u="none" strike="noStrike" cap="none">
                <a:solidFill>
                  <a:srgbClr val="888888"/>
                </a:solidFill>
                <a:latin typeface="Calibri"/>
                <a:ea typeface="Calibri"/>
                <a:cs typeface="Calibri"/>
                <a:sym typeface="Calibri"/>
              </a:defRPr>
            </a:lvl3pPr>
            <a:lvl4pPr marL="0" marR="0" lvl="3" indent="0" algn="r" rtl="0">
              <a:spcBef>
                <a:spcPts val="0"/>
              </a:spcBef>
              <a:buNone/>
              <a:defRPr sz="800" b="0" i="0" u="none" strike="noStrike" cap="none">
                <a:solidFill>
                  <a:srgbClr val="888888"/>
                </a:solidFill>
                <a:latin typeface="Calibri"/>
                <a:ea typeface="Calibri"/>
                <a:cs typeface="Calibri"/>
                <a:sym typeface="Calibri"/>
              </a:defRPr>
            </a:lvl4pPr>
            <a:lvl5pPr marL="0" marR="0" lvl="4" indent="0" algn="r" rtl="0">
              <a:spcBef>
                <a:spcPts val="0"/>
              </a:spcBef>
              <a:buNone/>
              <a:defRPr sz="800" b="0" i="0" u="none" strike="noStrike" cap="none">
                <a:solidFill>
                  <a:srgbClr val="888888"/>
                </a:solidFill>
                <a:latin typeface="Calibri"/>
                <a:ea typeface="Calibri"/>
                <a:cs typeface="Calibri"/>
                <a:sym typeface="Calibri"/>
              </a:defRPr>
            </a:lvl5pPr>
            <a:lvl6pPr marL="0" marR="0" lvl="5" indent="0" algn="r" rtl="0">
              <a:spcBef>
                <a:spcPts val="0"/>
              </a:spcBef>
              <a:buNone/>
              <a:defRPr sz="800" b="0" i="0" u="none" strike="noStrike" cap="none">
                <a:solidFill>
                  <a:srgbClr val="888888"/>
                </a:solidFill>
                <a:latin typeface="Calibri"/>
                <a:ea typeface="Calibri"/>
                <a:cs typeface="Calibri"/>
                <a:sym typeface="Calibri"/>
              </a:defRPr>
            </a:lvl6pPr>
            <a:lvl7pPr marL="0" marR="0" lvl="6" indent="0" algn="r" rtl="0">
              <a:spcBef>
                <a:spcPts val="0"/>
              </a:spcBef>
              <a:buNone/>
              <a:defRPr sz="800" b="0" i="0" u="none" strike="noStrike" cap="none">
                <a:solidFill>
                  <a:srgbClr val="888888"/>
                </a:solidFill>
                <a:latin typeface="Calibri"/>
                <a:ea typeface="Calibri"/>
                <a:cs typeface="Calibri"/>
                <a:sym typeface="Calibri"/>
              </a:defRPr>
            </a:lvl7pPr>
            <a:lvl8pPr marL="0" marR="0" lvl="7" indent="0" algn="r" rtl="0">
              <a:spcBef>
                <a:spcPts val="0"/>
              </a:spcBef>
              <a:buNone/>
              <a:defRPr sz="800" b="0" i="0" u="none" strike="noStrike" cap="none">
                <a:solidFill>
                  <a:srgbClr val="888888"/>
                </a:solidFill>
                <a:latin typeface="Calibri"/>
                <a:ea typeface="Calibri"/>
                <a:cs typeface="Calibri"/>
                <a:sym typeface="Calibri"/>
              </a:defRPr>
            </a:lvl8pPr>
            <a:lvl9pPr marL="0" marR="0" lvl="8" indent="0" algn="r" rtl="0">
              <a:spcBef>
                <a:spcPts val="0"/>
              </a:spcBef>
              <a:buNone/>
              <a:defRPr sz="800" b="0" i="0" u="none" strike="noStrike" cap="none">
                <a:solidFill>
                  <a:srgbClr val="888888"/>
                </a:solidFill>
                <a:latin typeface="Calibri"/>
                <a:ea typeface="Calibri"/>
                <a:cs typeface="Calibri"/>
                <a:sym typeface="Calibri"/>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955055734"/>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12" name="Persegi: Sudut Diagonal Terpotong 11">
            <a:extLst>
              <a:ext uri="{FF2B5EF4-FFF2-40B4-BE49-F238E27FC236}">
                <a16:creationId xmlns:a16="http://schemas.microsoft.com/office/drawing/2014/main" id="{ED6CEB68-0A01-CD98-2A95-DCE415490D11}"/>
              </a:ext>
            </a:extLst>
          </p:cNvPr>
          <p:cNvSpPr/>
          <p:nvPr/>
        </p:nvSpPr>
        <p:spPr>
          <a:xfrm>
            <a:off x="455449" y="4020311"/>
            <a:ext cx="11567604" cy="2557095"/>
          </a:xfrm>
          <a:prstGeom prst="snip2Diag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ersegi: Sudut Diagonal Terpotong 8">
            <a:extLst>
              <a:ext uri="{FF2B5EF4-FFF2-40B4-BE49-F238E27FC236}">
                <a16:creationId xmlns:a16="http://schemas.microsoft.com/office/drawing/2014/main" id="{87FC019C-EE6D-C7EA-FFA4-61BE7C86D4C4}"/>
              </a:ext>
            </a:extLst>
          </p:cNvPr>
          <p:cNvSpPr/>
          <p:nvPr/>
        </p:nvSpPr>
        <p:spPr>
          <a:xfrm>
            <a:off x="281274" y="744789"/>
            <a:ext cx="11567604" cy="2880729"/>
          </a:xfrm>
          <a:prstGeom prst="snip2Diag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3" name="Picture 32">
            <a:extLst>
              <a:ext uri="{FF2B5EF4-FFF2-40B4-BE49-F238E27FC236}">
                <a16:creationId xmlns:a16="http://schemas.microsoft.com/office/drawing/2014/main" id="{ED2B93DD-59CA-4D64-84AD-D9FF74F6AF77}"/>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76692" y="-2982"/>
            <a:ext cx="423611" cy="572534"/>
          </a:xfrm>
          <a:prstGeom prst="rect">
            <a:avLst/>
          </a:prstGeom>
        </p:spPr>
      </p:pic>
      <p:sp>
        <p:nvSpPr>
          <p:cNvPr id="34" name="Title 1">
            <a:extLst>
              <a:ext uri="{FF2B5EF4-FFF2-40B4-BE49-F238E27FC236}">
                <a16:creationId xmlns:a16="http://schemas.microsoft.com/office/drawing/2014/main" id="{E46A890B-60EB-480D-BC7B-0A6EB1D98136}"/>
              </a:ext>
            </a:extLst>
          </p:cNvPr>
          <p:cNvSpPr txBox="1">
            <a:spLocks/>
          </p:cNvSpPr>
          <p:nvPr/>
        </p:nvSpPr>
        <p:spPr>
          <a:xfrm>
            <a:off x="706019" y="144785"/>
            <a:ext cx="7810136" cy="332399"/>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2400" kern="1200">
                <a:solidFill>
                  <a:srgbClr val="71001C"/>
                </a:solidFill>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800000"/>
                </a:solidFill>
                <a:effectLst/>
                <a:uLnTx/>
                <a:uFillTx/>
                <a:latin typeface="Calibri Light" panose="020F0302020204030204"/>
                <a:ea typeface="Tahoma" panose="020B0604030504040204" pitchFamily="34" charset="0"/>
                <a:cs typeface="Tahoma" panose="020B0604030504040204" pitchFamily="34" charset="0"/>
                <a:sym typeface="Trebuchet MS" panose="020B0603020202020204" pitchFamily="34" charset="0"/>
              </a:rPr>
              <a:t>Model Result - Chart</a:t>
            </a:r>
          </a:p>
        </p:txBody>
      </p:sp>
      <p:pic>
        <p:nvPicPr>
          <p:cNvPr id="3" name="Gambar 2">
            <a:extLst>
              <a:ext uri="{FF2B5EF4-FFF2-40B4-BE49-F238E27FC236}">
                <a16:creationId xmlns:a16="http://schemas.microsoft.com/office/drawing/2014/main" id="{2109CE61-63FA-DBC6-2FF6-66F7326E9624}"/>
              </a:ext>
            </a:extLst>
          </p:cNvPr>
          <p:cNvPicPr>
            <a:picLocks noChangeAspect="1"/>
          </p:cNvPicPr>
          <p:nvPr/>
        </p:nvPicPr>
        <p:blipFill>
          <a:blip r:embed="rId4"/>
          <a:stretch>
            <a:fillRect/>
          </a:stretch>
        </p:blipFill>
        <p:spPr>
          <a:xfrm>
            <a:off x="730377" y="1256290"/>
            <a:ext cx="4781175" cy="2171511"/>
          </a:xfrm>
          <a:prstGeom prst="rect">
            <a:avLst/>
          </a:prstGeom>
        </p:spPr>
      </p:pic>
      <p:pic>
        <p:nvPicPr>
          <p:cNvPr id="5" name="Gambar 4">
            <a:extLst>
              <a:ext uri="{FF2B5EF4-FFF2-40B4-BE49-F238E27FC236}">
                <a16:creationId xmlns:a16="http://schemas.microsoft.com/office/drawing/2014/main" id="{A62A46CA-6B22-90C1-3011-09937D5872C5}"/>
              </a:ext>
            </a:extLst>
          </p:cNvPr>
          <p:cNvPicPr>
            <a:picLocks noChangeAspect="1"/>
          </p:cNvPicPr>
          <p:nvPr/>
        </p:nvPicPr>
        <p:blipFill>
          <a:blip r:embed="rId5"/>
          <a:stretch>
            <a:fillRect/>
          </a:stretch>
        </p:blipFill>
        <p:spPr>
          <a:xfrm>
            <a:off x="6434358" y="1185501"/>
            <a:ext cx="4926876" cy="2189183"/>
          </a:xfrm>
          <a:prstGeom prst="rect">
            <a:avLst/>
          </a:prstGeom>
        </p:spPr>
      </p:pic>
      <p:sp>
        <p:nvSpPr>
          <p:cNvPr id="6" name="Kotak Teks 5">
            <a:extLst>
              <a:ext uri="{FF2B5EF4-FFF2-40B4-BE49-F238E27FC236}">
                <a16:creationId xmlns:a16="http://schemas.microsoft.com/office/drawing/2014/main" id="{9CD62210-5D5E-D189-AD12-50FCFEF935B8}"/>
              </a:ext>
            </a:extLst>
          </p:cNvPr>
          <p:cNvSpPr txBox="1"/>
          <p:nvPr/>
        </p:nvSpPr>
        <p:spPr>
          <a:xfrm>
            <a:off x="2725086" y="929178"/>
            <a:ext cx="1023037" cy="369332"/>
          </a:xfrm>
          <a:prstGeom prst="rect">
            <a:avLst/>
          </a:prstGeom>
          <a:noFill/>
        </p:spPr>
        <p:txBody>
          <a:bodyPr wrap="none" rtlCol="0">
            <a:spAutoFit/>
          </a:bodyPr>
          <a:lstStyle/>
          <a:p>
            <a:r>
              <a:rPr lang="en-US" b="1" dirty="0">
                <a:latin typeface="Trebuchet MS" panose="020B0603020202020204" pitchFamily="34" charset="0"/>
              </a:rPr>
              <a:t>Amount</a:t>
            </a:r>
          </a:p>
        </p:txBody>
      </p:sp>
      <p:sp>
        <p:nvSpPr>
          <p:cNvPr id="7" name="Kotak Teks 6">
            <a:extLst>
              <a:ext uri="{FF2B5EF4-FFF2-40B4-BE49-F238E27FC236}">
                <a16:creationId xmlns:a16="http://schemas.microsoft.com/office/drawing/2014/main" id="{7D28BCCD-F623-F7A9-F9F7-217C59EF036A}"/>
              </a:ext>
            </a:extLst>
          </p:cNvPr>
          <p:cNvSpPr txBox="1"/>
          <p:nvPr/>
        </p:nvSpPr>
        <p:spPr>
          <a:xfrm>
            <a:off x="8417115" y="886958"/>
            <a:ext cx="1120820" cy="369332"/>
          </a:xfrm>
          <a:prstGeom prst="rect">
            <a:avLst/>
          </a:prstGeom>
          <a:noFill/>
        </p:spPr>
        <p:txBody>
          <a:bodyPr wrap="none" rtlCol="0">
            <a:spAutoFit/>
          </a:bodyPr>
          <a:lstStyle/>
          <a:p>
            <a:r>
              <a:rPr lang="en-US" b="1" dirty="0">
                <a:latin typeface="Trebuchet MS" panose="020B0603020202020204" pitchFamily="34" charset="0"/>
              </a:rPr>
              <a:t>Quantity</a:t>
            </a:r>
          </a:p>
        </p:txBody>
      </p:sp>
      <p:sp>
        <p:nvSpPr>
          <p:cNvPr id="8" name="Rectangle: Rounded Corners 30">
            <a:extLst>
              <a:ext uri="{FF2B5EF4-FFF2-40B4-BE49-F238E27FC236}">
                <a16:creationId xmlns:a16="http://schemas.microsoft.com/office/drawing/2014/main" id="{86D3C5B8-11A5-884E-FCF2-599865A668BF}"/>
              </a:ext>
            </a:extLst>
          </p:cNvPr>
          <p:cNvSpPr/>
          <p:nvPr/>
        </p:nvSpPr>
        <p:spPr>
          <a:xfrm>
            <a:off x="3783633" y="494844"/>
            <a:ext cx="4048942" cy="369332"/>
          </a:xfrm>
          <a:prstGeom prst="roundRect">
            <a:avLst/>
          </a:prstGeom>
          <a:solidFill>
            <a:srgbClr val="C00000"/>
          </a:solidFill>
          <a:ln w="38100">
            <a:solidFill>
              <a:schemeClr val="bg1">
                <a:lumMod val="8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D" sz="2000" b="1" i="1" u="none" strike="noStrike" kern="1200" cap="none" spc="0" normalizeH="0" baseline="0" noProof="0" dirty="0">
                <a:ln>
                  <a:noFill/>
                </a:ln>
                <a:solidFill>
                  <a:prstClr val="white"/>
                </a:solidFill>
                <a:effectLst/>
                <a:uLnTx/>
                <a:uFillTx/>
                <a:latin typeface="Trebuchet MS" panose="020B0603020202020204" pitchFamily="34" charset="0"/>
              </a:rPr>
              <a:t>SARIMAX</a:t>
            </a:r>
          </a:p>
        </p:txBody>
      </p:sp>
      <p:pic>
        <p:nvPicPr>
          <p:cNvPr id="10" name="Gambar 9">
            <a:extLst>
              <a:ext uri="{FF2B5EF4-FFF2-40B4-BE49-F238E27FC236}">
                <a16:creationId xmlns:a16="http://schemas.microsoft.com/office/drawing/2014/main" id="{2AF27E3F-1C69-E632-4AFA-D97BE2ACB090}"/>
              </a:ext>
            </a:extLst>
          </p:cNvPr>
          <p:cNvPicPr>
            <a:picLocks noChangeAspect="1"/>
          </p:cNvPicPr>
          <p:nvPr/>
        </p:nvPicPr>
        <p:blipFill>
          <a:blip r:embed="rId6"/>
          <a:stretch>
            <a:fillRect/>
          </a:stretch>
        </p:blipFill>
        <p:spPr>
          <a:xfrm>
            <a:off x="836180" y="4470348"/>
            <a:ext cx="4803506" cy="1892808"/>
          </a:xfrm>
          <a:prstGeom prst="rect">
            <a:avLst/>
          </a:prstGeom>
        </p:spPr>
      </p:pic>
      <p:pic>
        <p:nvPicPr>
          <p:cNvPr id="11" name="Gambar 10">
            <a:extLst>
              <a:ext uri="{FF2B5EF4-FFF2-40B4-BE49-F238E27FC236}">
                <a16:creationId xmlns:a16="http://schemas.microsoft.com/office/drawing/2014/main" id="{CAD0B33D-0BDB-D2B3-AE43-AFDB5E7F0781}"/>
              </a:ext>
            </a:extLst>
          </p:cNvPr>
          <p:cNvPicPr>
            <a:picLocks noChangeAspect="1"/>
          </p:cNvPicPr>
          <p:nvPr/>
        </p:nvPicPr>
        <p:blipFill>
          <a:blip r:embed="rId7"/>
          <a:stretch>
            <a:fillRect/>
          </a:stretch>
        </p:blipFill>
        <p:spPr>
          <a:xfrm>
            <a:off x="7402990" y="4418711"/>
            <a:ext cx="4269890" cy="2090732"/>
          </a:xfrm>
          <a:prstGeom prst="rect">
            <a:avLst/>
          </a:prstGeom>
        </p:spPr>
      </p:pic>
      <p:sp>
        <p:nvSpPr>
          <p:cNvPr id="15" name="Kotak Teks 14">
            <a:extLst>
              <a:ext uri="{FF2B5EF4-FFF2-40B4-BE49-F238E27FC236}">
                <a16:creationId xmlns:a16="http://schemas.microsoft.com/office/drawing/2014/main" id="{FAD95E67-790E-FBF5-023E-991CA62DD1AD}"/>
              </a:ext>
            </a:extLst>
          </p:cNvPr>
          <p:cNvSpPr txBox="1"/>
          <p:nvPr/>
        </p:nvSpPr>
        <p:spPr>
          <a:xfrm>
            <a:off x="1279562" y="4152420"/>
            <a:ext cx="3682803" cy="369332"/>
          </a:xfrm>
          <a:prstGeom prst="rect">
            <a:avLst/>
          </a:prstGeom>
          <a:noFill/>
        </p:spPr>
        <p:txBody>
          <a:bodyPr wrap="none" rtlCol="0">
            <a:spAutoFit/>
          </a:bodyPr>
          <a:lstStyle/>
          <a:p>
            <a:r>
              <a:rPr lang="en-US" b="1" dirty="0">
                <a:latin typeface="Trebuchet MS" panose="020B0603020202020204" pitchFamily="34" charset="0"/>
              </a:rPr>
              <a:t>LSTM QTY-Short Period(30 Days)</a:t>
            </a:r>
          </a:p>
        </p:txBody>
      </p:sp>
      <p:sp>
        <p:nvSpPr>
          <p:cNvPr id="16" name="Kotak Teks 15">
            <a:extLst>
              <a:ext uri="{FF2B5EF4-FFF2-40B4-BE49-F238E27FC236}">
                <a16:creationId xmlns:a16="http://schemas.microsoft.com/office/drawing/2014/main" id="{8DAD0120-B052-58EE-1570-9F3A7B60E02B}"/>
              </a:ext>
            </a:extLst>
          </p:cNvPr>
          <p:cNvSpPr txBox="1"/>
          <p:nvPr/>
        </p:nvSpPr>
        <p:spPr>
          <a:xfrm>
            <a:off x="8417115" y="4121669"/>
            <a:ext cx="2459712" cy="369332"/>
          </a:xfrm>
          <a:prstGeom prst="rect">
            <a:avLst/>
          </a:prstGeom>
          <a:noFill/>
        </p:spPr>
        <p:txBody>
          <a:bodyPr wrap="none" rtlCol="0">
            <a:spAutoFit/>
          </a:bodyPr>
          <a:lstStyle/>
          <a:p>
            <a:r>
              <a:rPr lang="en-US" b="1" dirty="0">
                <a:latin typeface="Trebuchet MS" panose="020B0603020202020204" pitchFamily="34" charset="0"/>
              </a:rPr>
              <a:t>Long Period – 3 years</a:t>
            </a:r>
          </a:p>
        </p:txBody>
      </p:sp>
      <p:sp>
        <p:nvSpPr>
          <p:cNvPr id="17" name="Rectangle: Rounded Corners 30">
            <a:extLst>
              <a:ext uri="{FF2B5EF4-FFF2-40B4-BE49-F238E27FC236}">
                <a16:creationId xmlns:a16="http://schemas.microsoft.com/office/drawing/2014/main" id="{26072AA4-FF45-D9B1-D55A-2D832AC2765C}"/>
              </a:ext>
            </a:extLst>
          </p:cNvPr>
          <p:cNvSpPr/>
          <p:nvPr/>
        </p:nvSpPr>
        <p:spPr>
          <a:xfrm>
            <a:off x="3957808" y="3833747"/>
            <a:ext cx="4048942" cy="369332"/>
          </a:xfrm>
          <a:prstGeom prst="roundRect">
            <a:avLst/>
          </a:prstGeom>
          <a:solidFill>
            <a:srgbClr val="C00000"/>
          </a:solidFill>
          <a:ln w="38100">
            <a:solidFill>
              <a:schemeClr val="bg1">
                <a:lumMod val="8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D" sz="2000" b="1" i="1" u="none" strike="noStrike" kern="1200" cap="none" spc="0" normalizeH="0" baseline="0" noProof="0" dirty="0">
                <a:ln>
                  <a:noFill/>
                </a:ln>
                <a:solidFill>
                  <a:prstClr val="white"/>
                </a:solidFill>
                <a:effectLst/>
                <a:uLnTx/>
                <a:uFillTx/>
                <a:latin typeface="Trebuchet MS" panose="020B0603020202020204" pitchFamily="34" charset="0"/>
              </a:rPr>
              <a:t>LSTM</a:t>
            </a:r>
          </a:p>
        </p:txBody>
      </p:sp>
    </p:spTree>
    <p:extLst>
      <p:ext uri="{BB962C8B-B14F-4D97-AF65-F5344CB8AC3E}">
        <p14:creationId xmlns:p14="http://schemas.microsoft.com/office/powerpoint/2010/main" val="860682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Persegi: Sudut Diagonal Terpotong 9">
            <a:extLst>
              <a:ext uri="{FF2B5EF4-FFF2-40B4-BE49-F238E27FC236}">
                <a16:creationId xmlns:a16="http://schemas.microsoft.com/office/drawing/2014/main" id="{5A76149E-7338-FE22-06B5-A87697ACADBB}"/>
              </a:ext>
            </a:extLst>
          </p:cNvPr>
          <p:cNvSpPr/>
          <p:nvPr/>
        </p:nvSpPr>
        <p:spPr>
          <a:xfrm>
            <a:off x="281274" y="744789"/>
            <a:ext cx="11567604" cy="2880729"/>
          </a:xfrm>
          <a:prstGeom prst="snip2Diag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ambar 4">
            <a:extLst>
              <a:ext uri="{FF2B5EF4-FFF2-40B4-BE49-F238E27FC236}">
                <a16:creationId xmlns:a16="http://schemas.microsoft.com/office/drawing/2014/main" id="{292668AD-F409-7901-6450-057E38FBA4C5}"/>
              </a:ext>
            </a:extLst>
          </p:cNvPr>
          <p:cNvPicPr>
            <a:picLocks noChangeAspect="1"/>
          </p:cNvPicPr>
          <p:nvPr/>
        </p:nvPicPr>
        <p:blipFill>
          <a:blip r:embed="rId2"/>
          <a:stretch>
            <a:fillRect/>
          </a:stretch>
        </p:blipFill>
        <p:spPr>
          <a:xfrm>
            <a:off x="6569476" y="1202309"/>
            <a:ext cx="5247824" cy="2161575"/>
          </a:xfrm>
          <a:prstGeom prst="rect">
            <a:avLst/>
          </a:prstGeom>
        </p:spPr>
      </p:pic>
      <p:pic>
        <p:nvPicPr>
          <p:cNvPr id="9" name="Gambar 8">
            <a:extLst>
              <a:ext uri="{FF2B5EF4-FFF2-40B4-BE49-F238E27FC236}">
                <a16:creationId xmlns:a16="http://schemas.microsoft.com/office/drawing/2014/main" id="{8B52CE80-94DA-D920-4502-2DDBF100D5A1}"/>
              </a:ext>
            </a:extLst>
          </p:cNvPr>
          <p:cNvPicPr>
            <a:picLocks noChangeAspect="1"/>
          </p:cNvPicPr>
          <p:nvPr/>
        </p:nvPicPr>
        <p:blipFill>
          <a:blip r:embed="rId3"/>
          <a:srcRect r="3811" b="6454"/>
          <a:stretch>
            <a:fillRect/>
          </a:stretch>
        </p:blipFill>
        <p:spPr>
          <a:xfrm>
            <a:off x="1564537" y="1298510"/>
            <a:ext cx="3344133" cy="2117373"/>
          </a:xfrm>
          <a:prstGeom prst="rect">
            <a:avLst/>
          </a:prstGeom>
        </p:spPr>
      </p:pic>
      <p:sp>
        <p:nvSpPr>
          <p:cNvPr id="13" name="Kotak Teks 12">
            <a:extLst>
              <a:ext uri="{FF2B5EF4-FFF2-40B4-BE49-F238E27FC236}">
                <a16:creationId xmlns:a16="http://schemas.microsoft.com/office/drawing/2014/main" id="{F254C668-2680-90CC-3FD8-D58D65FE02C3}"/>
              </a:ext>
            </a:extLst>
          </p:cNvPr>
          <p:cNvSpPr txBox="1"/>
          <p:nvPr/>
        </p:nvSpPr>
        <p:spPr>
          <a:xfrm>
            <a:off x="2725086" y="929178"/>
            <a:ext cx="1023037" cy="369332"/>
          </a:xfrm>
          <a:prstGeom prst="rect">
            <a:avLst/>
          </a:prstGeom>
          <a:noFill/>
        </p:spPr>
        <p:txBody>
          <a:bodyPr wrap="none" rtlCol="0">
            <a:spAutoFit/>
          </a:bodyPr>
          <a:lstStyle/>
          <a:p>
            <a:r>
              <a:rPr lang="en-US" b="1" dirty="0">
                <a:latin typeface="Trebuchet MS" panose="020B0603020202020204" pitchFamily="34" charset="0"/>
              </a:rPr>
              <a:t>Amount</a:t>
            </a:r>
          </a:p>
        </p:txBody>
      </p:sp>
      <p:sp>
        <p:nvSpPr>
          <p:cNvPr id="14" name="Kotak Teks 13">
            <a:extLst>
              <a:ext uri="{FF2B5EF4-FFF2-40B4-BE49-F238E27FC236}">
                <a16:creationId xmlns:a16="http://schemas.microsoft.com/office/drawing/2014/main" id="{034B5280-683A-0AF7-8544-187FC5F49EC6}"/>
              </a:ext>
            </a:extLst>
          </p:cNvPr>
          <p:cNvSpPr txBox="1"/>
          <p:nvPr/>
        </p:nvSpPr>
        <p:spPr>
          <a:xfrm>
            <a:off x="8417115" y="886958"/>
            <a:ext cx="1120820" cy="369332"/>
          </a:xfrm>
          <a:prstGeom prst="rect">
            <a:avLst/>
          </a:prstGeom>
          <a:noFill/>
        </p:spPr>
        <p:txBody>
          <a:bodyPr wrap="none" rtlCol="0">
            <a:spAutoFit/>
          </a:bodyPr>
          <a:lstStyle/>
          <a:p>
            <a:r>
              <a:rPr lang="en-US" b="1" dirty="0">
                <a:latin typeface="Trebuchet MS" panose="020B0603020202020204" pitchFamily="34" charset="0"/>
              </a:rPr>
              <a:t>Quantity</a:t>
            </a:r>
          </a:p>
        </p:txBody>
      </p:sp>
      <p:sp>
        <p:nvSpPr>
          <p:cNvPr id="15" name="Rectangle: Rounded Corners 30">
            <a:extLst>
              <a:ext uri="{FF2B5EF4-FFF2-40B4-BE49-F238E27FC236}">
                <a16:creationId xmlns:a16="http://schemas.microsoft.com/office/drawing/2014/main" id="{CFA33F2B-226D-4337-C508-059C1540597A}"/>
              </a:ext>
            </a:extLst>
          </p:cNvPr>
          <p:cNvSpPr/>
          <p:nvPr/>
        </p:nvSpPr>
        <p:spPr>
          <a:xfrm>
            <a:off x="3783633" y="494844"/>
            <a:ext cx="4048942" cy="369332"/>
          </a:xfrm>
          <a:prstGeom prst="roundRect">
            <a:avLst/>
          </a:prstGeom>
          <a:solidFill>
            <a:srgbClr val="C00000"/>
          </a:solidFill>
          <a:ln w="38100">
            <a:solidFill>
              <a:schemeClr val="bg1">
                <a:lumMod val="85000"/>
              </a:schemeClr>
            </a:solid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D" sz="2000" b="1" i="1" u="none" strike="noStrike" kern="1200" cap="none" spc="0" normalizeH="0" baseline="0" noProof="0" dirty="0">
                <a:ln>
                  <a:noFill/>
                </a:ln>
                <a:solidFill>
                  <a:prstClr val="white"/>
                </a:solidFill>
                <a:effectLst/>
                <a:uLnTx/>
                <a:uFillTx/>
                <a:latin typeface="Trebuchet MS" panose="020B0603020202020204" pitchFamily="34" charset="0"/>
              </a:rPr>
              <a:t>SARIMAX</a:t>
            </a:r>
          </a:p>
        </p:txBody>
      </p:sp>
      <p:sp>
        <p:nvSpPr>
          <p:cNvPr id="19" name="Kotak Teks 18">
            <a:extLst>
              <a:ext uri="{FF2B5EF4-FFF2-40B4-BE49-F238E27FC236}">
                <a16:creationId xmlns:a16="http://schemas.microsoft.com/office/drawing/2014/main" id="{E79BEA55-EE41-44FF-7CDF-7A6CA4E53BE1}"/>
              </a:ext>
            </a:extLst>
          </p:cNvPr>
          <p:cNvSpPr txBox="1"/>
          <p:nvPr/>
        </p:nvSpPr>
        <p:spPr>
          <a:xfrm>
            <a:off x="445992" y="3875463"/>
            <a:ext cx="11263655" cy="2862322"/>
          </a:xfrm>
          <a:prstGeom prst="rect">
            <a:avLst/>
          </a:prstGeom>
          <a:noFill/>
        </p:spPr>
        <p:txBody>
          <a:bodyPr wrap="square">
            <a:spAutoFit/>
          </a:bodyPr>
          <a:lstStyle/>
          <a:p>
            <a:r>
              <a:rPr lang="en-US" sz="1200" b="1" u="sng" dirty="0">
                <a:latin typeface="Trebuchet MS" panose="020B0603020202020204" pitchFamily="34" charset="0"/>
              </a:rPr>
              <a:t>Conclusion</a:t>
            </a:r>
          </a:p>
          <a:p>
            <a:r>
              <a:rPr lang="en-US" sz="1200" dirty="0">
                <a:latin typeface="Trebuchet MS" panose="020B0603020202020204" pitchFamily="34" charset="0"/>
              </a:rPr>
              <a:t>SARIMAX is the most suitable model for 3-year forecasting due to its lowest MAPE, strong ability to capture both long-term trends and seasonality, and its stability over long forecasting horizons.</a:t>
            </a:r>
          </a:p>
          <a:p>
            <a:r>
              <a:rPr lang="en-US" sz="1200" dirty="0">
                <a:latin typeface="Trebuchet MS" panose="020B0603020202020204" pitchFamily="34" charset="0"/>
              </a:rPr>
              <a:t>In contrast, LSTM and Random Forest are more appropriate for short- to medium-term forecasting. They are not suitable for a 3-year horizon because their prediction patterns tend to be unstable and unrealistic, they struggle to consistently capture long-term trends, and their forecasts become increasingly volatile as the horizon extends.</a:t>
            </a:r>
          </a:p>
          <a:p>
            <a:r>
              <a:rPr lang="en-US" sz="1200" dirty="0">
                <a:latin typeface="Trebuchet MS" panose="020B0603020202020204" pitchFamily="34" charset="0"/>
              </a:rPr>
              <a:t>MAPE is used as the primary evaluation metric because it measures relative error in percentage terms, making it easier to compare model performance across different sales scales and ensuring interpretability for business stakeholders.</a:t>
            </a:r>
          </a:p>
          <a:p>
            <a:pPr>
              <a:buNone/>
            </a:pPr>
            <a:endParaRPr lang="en-US" sz="1200" b="1" dirty="0">
              <a:latin typeface="Trebuchet MS" panose="020B0603020202020204" pitchFamily="34" charset="0"/>
            </a:endParaRPr>
          </a:p>
          <a:p>
            <a:pPr>
              <a:buNone/>
            </a:pPr>
            <a:r>
              <a:rPr lang="en-US" sz="1200" b="1" u="sng" dirty="0">
                <a:latin typeface="Trebuchet MS" panose="020B0603020202020204" pitchFamily="34" charset="0"/>
              </a:rPr>
              <a:t>Why is </a:t>
            </a:r>
            <a:r>
              <a:rPr lang="en-US" sz="1200" b="1" u="sng" dirty="0" err="1">
                <a:latin typeface="Trebuchet MS" panose="020B0603020202020204" pitchFamily="34" charset="0"/>
              </a:rPr>
              <a:t>Sarimax</a:t>
            </a:r>
            <a:r>
              <a:rPr lang="en-US" sz="1200" b="1" u="sng" dirty="0">
                <a:latin typeface="Trebuchet MS" panose="020B0603020202020204" pitchFamily="34" charset="0"/>
              </a:rPr>
              <a:t>?</a:t>
            </a:r>
          </a:p>
          <a:p>
            <a:r>
              <a:rPr lang="en-US" sz="1200" dirty="0">
                <a:latin typeface="Trebuchet MS" panose="020B0603020202020204" pitchFamily="34" charset="0"/>
              </a:rPr>
              <a:t>SARIMAX explicitly models autoregressive (AR), moving average (MA), and seasonal components, allowing it to follow long-term trends and recurring seasonal patterns (such as annual or weekly seasonality) in a stable and interpretable manner.</a:t>
            </a:r>
          </a:p>
          <a:p>
            <a:r>
              <a:rPr lang="en-US" sz="1200" dirty="0">
                <a:latin typeface="Trebuchet MS" panose="020B0603020202020204" pitchFamily="34" charset="0"/>
              </a:rPr>
              <a:t>Prophet applies additive or multiplicative decompositions for trend and seasonality. However, it may struggle to accurately capture complex long-term fluctuations, especially when the data exhibits irregular or non-consistent seasonal patterns, resulting in less reliable long-horizon forecasts compared to SARIMAX.</a:t>
            </a:r>
          </a:p>
        </p:txBody>
      </p:sp>
    </p:spTree>
    <p:extLst>
      <p:ext uri="{BB962C8B-B14F-4D97-AF65-F5344CB8AC3E}">
        <p14:creationId xmlns:p14="http://schemas.microsoft.com/office/powerpoint/2010/main" val="241705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138;p27">
            <a:extLst>
              <a:ext uri="{FF2B5EF4-FFF2-40B4-BE49-F238E27FC236}">
                <a16:creationId xmlns:a16="http://schemas.microsoft.com/office/drawing/2014/main" id="{DE0E6550-D175-B912-5BD9-FCA4FFCD8661}"/>
              </a:ext>
            </a:extLst>
          </p:cNvPr>
          <p:cNvSpPr/>
          <p:nvPr/>
        </p:nvSpPr>
        <p:spPr>
          <a:xfrm>
            <a:off x="8419723" y="89332"/>
            <a:ext cx="2806574" cy="6338628"/>
          </a:xfrm>
          <a:prstGeom prst="roundRect">
            <a:avLst>
              <a:gd name="adj" fmla="val 4487"/>
            </a:avLst>
          </a:prstGeom>
          <a:solidFill>
            <a:schemeClr val="accent6">
              <a:lumMod val="20000"/>
              <a:lumOff val="80000"/>
              <a:alpha val="70000"/>
            </a:schemeClr>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Calibri"/>
              <a:ea typeface="Calibri"/>
              <a:cs typeface="Calibri"/>
              <a:sym typeface="Calibri"/>
            </a:endParaRPr>
          </a:p>
        </p:txBody>
      </p:sp>
      <p:sp>
        <p:nvSpPr>
          <p:cNvPr id="12" name="Google Shape;138;p27">
            <a:extLst>
              <a:ext uri="{FF2B5EF4-FFF2-40B4-BE49-F238E27FC236}">
                <a16:creationId xmlns:a16="http://schemas.microsoft.com/office/drawing/2014/main" id="{F842DC3F-4A07-51F7-3526-701A1B4148DF}"/>
              </a:ext>
            </a:extLst>
          </p:cNvPr>
          <p:cNvSpPr/>
          <p:nvPr/>
        </p:nvSpPr>
        <p:spPr>
          <a:xfrm>
            <a:off x="201870" y="407449"/>
            <a:ext cx="7303454" cy="4757279"/>
          </a:xfrm>
          <a:prstGeom prst="roundRect">
            <a:avLst>
              <a:gd name="adj" fmla="val 4487"/>
            </a:avLst>
          </a:prstGeom>
          <a:solidFill>
            <a:schemeClr val="accent6">
              <a:lumMod val="20000"/>
              <a:lumOff val="80000"/>
              <a:alpha val="70000"/>
            </a:schemeClr>
          </a:solidFill>
          <a:ln>
            <a:noFill/>
          </a:ln>
        </p:spPr>
        <p:txBody>
          <a:bodyPr spcFirstLastPara="1" wrap="square" lIns="121900" tIns="121900" rIns="121900" bIns="121900" anchor="ctr" anchorCtr="0">
            <a:noAutofit/>
          </a:bodyPr>
          <a:lstStyle/>
          <a:p>
            <a:pPr algn="ctr" defTabSz="1219170">
              <a:buClr>
                <a:srgbClr val="000000"/>
              </a:buClr>
            </a:pPr>
            <a:endParaRPr sz="1867" kern="0">
              <a:solidFill>
                <a:srgbClr val="000000"/>
              </a:solidFill>
              <a:latin typeface="Calibri"/>
              <a:ea typeface="Calibri"/>
              <a:cs typeface="Calibri"/>
              <a:sym typeface="Calibri"/>
            </a:endParaRPr>
          </a:p>
        </p:txBody>
      </p:sp>
      <p:pic>
        <p:nvPicPr>
          <p:cNvPr id="9" name="Gambar 8">
            <a:extLst>
              <a:ext uri="{FF2B5EF4-FFF2-40B4-BE49-F238E27FC236}">
                <a16:creationId xmlns:a16="http://schemas.microsoft.com/office/drawing/2014/main" id="{10311978-2BFF-AA78-622B-7E1379E82E59}"/>
              </a:ext>
            </a:extLst>
          </p:cNvPr>
          <p:cNvPicPr>
            <a:picLocks noChangeAspect="1"/>
          </p:cNvPicPr>
          <p:nvPr/>
        </p:nvPicPr>
        <p:blipFill>
          <a:blip r:embed="rId2"/>
          <a:stretch>
            <a:fillRect/>
          </a:stretch>
        </p:blipFill>
        <p:spPr>
          <a:xfrm>
            <a:off x="426982" y="3070633"/>
            <a:ext cx="6716062" cy="1676634"/>
          </a:xfrm>
          <a:prstGeom prst="rect">
            <a:avLst/>
          </a:prstGeom>
        </p:spPr>
      </p:pic>
      <p:pic>
        <p:nvPicPr>
          <p:cNvPr id="11" name="Gambar 10">
            <a:extLst>
              <a:ext uri="{FF2B5EF4-FFF2-40B4-BE49-F238E27FC236}">
                <a16:creationId xmlns:a16="http://schemas.microsoft.com/office/drawing/2014/main" id="{977A9BDA-656B-0F04-5274-97948AD9A79C}"/>
              </a:ext>
            </a:extLst>
          </p:cNvPr>
          <p:cNvPicPr>
            <a:picLocks noChangeAspect="1"/>
          </p:cNvPicPr>
          <p:nvPr/>
        </p:nvPicPr>
        <p:blipFill>
          <a:blip r:embed="rId3"/>
          <a:stretch>
            <a:fillRect/>
          </a:stretch>
        </p:blipFill>
        <p:spPr>
          <a:xfrm>
            <a:off x="426982" y="1148013"/>
            <a:ext cx="6716062" cy="1505160"/>
          </a:xfrm>
          <a:prstGeom prst="rect">
            <a:avLst/>
          </a:prstGeom>
        </p:spPr>
      </p:pic>
      <p:sp>
        <p:nvSpPr>
          <p:cNvPr id="14" name="Google Shape;144;p27">
            <a:extLst>
              <a:ext uri="{FF2B5EF4-FFF2-40B4-BE49-F238E27FC236}">
                <a16:creationId xmlns:a16="http://schemas.microsoft.com/office/drawing/2014/main" id="{F27A8CED-3FB7-3341-08AC-CC92D6FA8057}"/>
              </a:ext>
            </a:extLst>
          </p:cNvPr>
          <p:cNvSpPr/>
          <p:nvPr/>
        </p:nvSpPr>
        <p:spPr>
          <a:xfrm>
            <a:off x="537460" y="757253"/>
            <a:ext cx="1336607" cy="283584"/>
          </a:xfrm>
          <a:prstGeom prst="flowChartAlternateProcess">
            <a:avLst/>
          </a:prstGeom>
          <a:noFill/>
          <a:ln>
            <a:noFill/>
          </a:ln>
        </p:spPr>
        <p:txBody>
          <a:bodyPr spcFirstLastPara="1" wrap="square" lIns="121900" tIns="121900" rIns="121900" bIns="121900" anchor="ctr" anchorCtr="0">
            <a:noAutofit/>
          </a:bodyPr>
          <a:lstStyle/>
          <a:p>
            <a:pPr defTabSz="1219170">
              <a:buClr>
                <a:srgbClr val="000000"/>
              </a:buClr>
            </a:pPr>
            <a:r>
              <a:rPr lang="en-US" sz="1867" b="1" i="1" kern="0" dirty="0">
                <a:solidFill>
                  <a:sysClr val="windowText" lastClr="000000"/>
                </a:solidFill>
                <a:latin typeface="Trebuchet MS"/>
                <a:ea typeface="Trebuchet MS"/>
                <a:cs typeface="Trebuchet MS"/>
                <a:sym typeface="Trebuchet MS"/>
              </a:rPr>
              <a:t>Quantity</a:t>
            </a:r>
            <a:endParaRPr sz="1867" b="1" i="1" kern="0" dirty="0">
              <a:solidFill>
                <a:sysClr val="windowText" lastClr="000000"/>
              </a:solidFill>
              <a:latin typeface="Trebuchet MS"/>
              <a:ea typeface="Trebuchet MS"/>
              <a:cs typeface="Trebuchet MS"/>
              <a:sym typeface="Trebuchet MS"/>
            </a:endParaRPr>
          </a:p>
        </p:txBody>
      </p:sp>
      <p:sp>
        <p:nvSpPr>
          <p:cNvPr id="21" name="Google Shape;166;p27">
            <a:extLst>
              <a:ext uri="{FF2B5EF4-FFF2-40B4-BE49-F238E27FC236}">
                <a16:creationId xmlns:a16="http://schemas.microsoft.com/office/drawing/2014/main" id="{33603149-4226-FE6E-213B-FE964251F2FE}"/>
              </a:ext>
            </a:extLst>
          </p:cNvPr>
          <p:cNvSpPr/>
          <p:nvPr/>
        </p:nvSpPr>
        <p:spPr>
          <a:xfrm>
            <a:off x="426982" y="300273"/>
            <a:ext cx="5152000" cy="379028"/>
          </a:xfrm>
          <a:prstGeom prst="roundRect">
            <a:avLst>
              <a:gd name="adj" fmla="val 16667"/>
            </a:avLst>
          </a:prstGeom>
          <a:solidFill>
            <a:srgbClr val="C0504D"/>
          </a:solidFill>
          <a:ln>
            <a:noFill/>
          </a:ln>
        </p:spPr>
        <p:txBody>
          <a:bodyPr spcFirstLastPara="1" wrap="square" lIns="121900" tIns="121900" rIns="121900" bIns="121900" anchor="ctr" anchorCtr="0">
            <a:noAutofit/>
          </a:bodyPr>
          <a:lstStyle/>
          <a:p>
            <a:r>
              <a:rPr lang="en-US" sz="2000" b="1" dirty="0">
                <a:solidFill>
                  <a:schemeClr val="tx1"/>
                </a:solidFill>
                <a:latin typeface="Trebuchet MS" panose="020B0603020202020204" pitchFamily="34" charset="0"/>
              </a:rPr>
              <a:t>Model Comparison</a:t>
            </a:r>
          </a:p>
        </p:txBody>
      </p:sp>
      <p:sp>
        <p:nvSpPr>
          <p:cNvPr id="28" name="Google Shape;144;p27">
            <a:extLst>
              <a:ext uri="{FF2B5EF4-FFF2-40B4-BE49-F238E27FC236}">
                <a16:creationId xmlns:a16="http://schemas.microsoft.com/office/drawing/2014/main" id="{20F5555E-84A8-57FD-73F7-EFB15427DECB}"/>
              </a:ext>
            </a:extLst>
          </p:cNvPr>
          <p:cNvSpPr/>
          <p:nvPr/>
        </p:nvSpPr>
        <p:spPr>
          <a:xfrm>
            <a:off x="481302" y="2733461"/>
            <a:ext cx="1336607" cy="283584"/>
          </a:xfrm>
          <a:prstGeom prst="flowChartAlternateProcess">
            <a:avLst/>
          </a:prstGeom>
          <a:noFill/>
          <a:ln>
            <a:noFill/>
          </a:ln>
        </p:spPr>
        <p:txBody>
          <a:bodyPr spcFirstLastPara="1" wrap="square" lIns="121900" tIns="121900" rIns="121900" bIns="121900" anchor="ctr" anchorCtr="0">
            <a:noAutofit/>
          </a:bodyPr>
          <a:lstStyle/>
          <a:p>
            <a:pPr defTabSz="1219170">
              <a:buClr>
                <a:srgbClr val="000000"/>
              </a:buClr>
            </a:pPr>
            <a:r>
              <a:rPr lang="en-US" sz="1867" b="1" i="1" kern="0" dirty="0">
                <a:solidFill>
                  <a:sysClr val="windowText" lastClr="000000"/>
                </a:solidFill>
                <a:latin typeface="Trebuchet MS"/>
                <a:ea typeface="Trebuchet MS"/>
                <a:cs typeface="Trebuchet MS"/>
                <a:sym typeface="Trebuchet MS"/>
              </a:rPr>
              <a:t>Amount</a:t>
            </a:r>
            <a:endParaRPr sz="1867" b="1" i="1" kern="0" dirty="0">
              <a:solidFill>
                <a:sysClr val="windowText" lastClr="000000"/>
              </a:solidFill>
              <a:latin typeface="Trebuchet MS"/>
              <a:ea typeface="Trebuchet MS"/>
              <a:cs typeface="Trebuchet MS"/>
              <a:sym typeface="Trebuchet MS"/>
            </a:endParaRPr>
          </a:p>
        </p:txBody>
      </p:sp>
      <p:pic>
        <p:nvPicPr>
          <p:cNvPr id="29" name="Gambar 28">
            <a:extLst>
              <a:ext uri="{FF2B5EF4-FFF2-40B4-BE49-F238E27FC236}">
                <a16:creationId xmlns:a16="http://schemas.microsoft.com/office/drawing/2014/main" id="{9D0F1327-B434-7A03-C84B-28AD649DEF05}"/>
              </a:ext>
            </a:extLst>
          </p:cNvPr>
          <p:cNvPicPr>
            <a:picLocks noChangeAspect="1"/>
          </p:cNvPicPr>
          <p:nvPr/>
        </p:nvPicPr>
        <p:blipFill>
          <a:blip r:embed="rId4"/>
          <a:stretch>
            <a:fillRect/>
          </a:stretch>
        </p:blipFill>
        <p:spPr>
          <a:xfrm>
            <a:off x="8803152" y="778936"/>
            <a:ext cx="2039715" cy="5300128"/>
          </a:xfrm>
          <a:prstGeom prst="rect">
            <a:avLst/>
          </a:prstGeom>
          <a:ln>
            <a:noFill/>
          </a:ln>
          <a:effectLst>
            <a:outerShdw blurRad="292100" dist="139700" dir="2700000" algn="tl" rotWithShape="0">
              <a:srgbClr val="333333">
                <a:alpha val="65000"/>
              </a:srgbClr>
            </a:outerShdw>
          </a:effectLst>
        </p:spPr>
      </p:pic>
      <p:sp>
        <p:nvSpPr>
          <p:cNvPr id="31" name="Google Shape;166;p27">
            <a:extLst>
              <a:ext uri="{FF2B5EF4-FFF2-40B4-BE49-F238E27FC236}">
                <a16:creationId xmlns:a16="http://schemas.microsoft.com/office/drawing/2014/main" id="{523D46E8-228B-2EA5-0195-E9058FC43A20}"/>
              </a:ext>
            </a:extLst>
          </p:cNvPr>
          <p:cNvSpPr/>
          <p:nvPr/>
        </p:nvSpPr>
        <p:spPr>
          <a:xfrm>
            <a:off x="8419723" y="102605"/>
            <a:ext cx="2806574" cy="379028"/>
          </a:xfrm>
          <a:prstGeom prst="roundRect">
            <a:avLst>
              <a:gd name="adj" fmla="val 16667"/>
            </a:avLst>
          </a:prstGeom>
          <a:solidFill>
            <a:srgbClr val="C0504D"/>
          </a:solidFill>
          <a:ln>
            <a:noFill/>
          </a:ln>
        </p:spPr>
        <p:txBody>
          <a:bodyPr spcFirstLastPara="1" wrap="square" lIns="121900" tIns="121900" rIns="121900" bIns="121900" anchor="ctr" anchorCtr="0">
            <a:noAutofit/>
          </a:bodyPr>
          <a:lstStyle/>
          <a:p>
            <a:r>
              <a:rPr lang="en-US" sz="2000" b="1" dirty="0">
                <a:latin typeface="Trebuchet MS" panose="020B0603020202020204" pitchFamily="34" charset="0"/>
              </a:rPr>
              <a:t>ETL - </a:t>
            </a:r>
            <a:r>
              <a:rPr lang="en-US" sz="2000" b="1" dirty="0" err="1">
                <a:latin typeface="Trebuchet MS" panose="020B0603020202020204" pitchFamily="34" charset="0"/>
              </a:rPr>
              <a:t>PostgreeSQL</a:t>
            </a:r>
            <a:endParaRPr lang="en-US" sz="2000" b="1" dirty="0">
              <a:solidFill>
                <a:schemeClr val="tx1"/>
              </a:solidFill>
              <a:latin typeface="Trebuchet MS" panose="020B0603020202020204" pitchFamily="34" charset="0"/>
            </a:endParaRPr>
          </a:p>
        </p:txBody>
      </p:sp>
    </p:spTree>
    <p:extLst>
      <p:ext uri="{BB962C8B-B14F-4D97-AF65-F5344CB8AC3E}">
        <p14:creationId xmlns:p14="http://schemas.microsoft.com/office/powerpoint/2010/main" val="910248367"/>
      </p:ext>
    </p:extLst>
  </p:cSld>
  <p:clrMapOvr>
    <a:masterClrMapping/>
  </p:clrMapOvr>
</p:sld>
</file>

<file path=ppt/theme/theme1.xml><?xml version="1.0" encoding="utf-8"?>
<a:theme xmlns:a="http://schemas.openxmlformats.org/drawingml/2006/main" name="2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431</TotalTime>
  <Words>242</Words>
  <Application>Microsoft Office PowerPoint</Application>
  <PresentationFormat>Layar Lebar</PresentationFormat>
  <Paragraphs>22</Paragraphs>
  <Slides>3</Slides>
  <Notes>1</Notes>
  <HiddenSlides>0</HiddenSlides>
  <MMClips>0</MMClips>
  <ScaleCrop>false</ScaleCrop>
  <HeadingPairs>
    <vt:vector size="6" baseType="variant">
      <vt:variant>
        <vt:lpstr>Font Dipakai</vt:lpstr>
      </vt:variant>
      <vt:variant>
        <vt:i4>4</vt:i4>
      </vt:variant>
      <vt:variant>
        <vt:lpstr>Tema</vt:lpstr>
      </vt:variant>
      <vt:variant>
        <vt:i4>1</vt:i4>
      </vt:variant>
      <vt:variant>
        <vt:lpstr>Judul Slide</vt:lpstr>
      </vt:variant>
      <vt:variant>
        <vt:i4>3</vt:i4>
      </vt:variant>
    </vt:vector>
  </HeadingPairs>
  <TitlesOfParts>
    <vt:vector size="8" baseType="lpstr">
      <vt:lpstr>Arial</vt:lpstr>
      <vt:lpstr>Calibri</vt:lpstr>
      <vt:lpstr>Calibri Light</vt:lpstr>
      <vt:lpstr>Trebuchet MS</vt:lpstr>
      <vt:lpstr>2_Office Theme</vt:lpstr>
      <vt:lpstr>Presentasi PowerPoint</vt:lpstr>
      <vt:lpstr>Presentasi PowerPoint</vt:lpstr>
      <vt:lpstr>Presentasi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Shaltsa Nadya</dc:creator>
  <cp:lastModifiedBy>Shaltsa Nadya</cp:lastModifiedBy>
  <cp:revision>1</cp:revision>
  <dcterms:created xsi:type="dcterms:W3CDTF">2026-01-05T01:47:59Z</dcterms:created>
  <dcterms:modified xsi:type="dcterms:W3CDTF">2026-01-05T08:59:08Z</dcterms:modified>
</cp:coreProperties>
</file>